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9"/>
  </p:notesMasterIdLst>
  <p:handoutMasterIdLst>
    <p:handoutMasterId r:id="rId10"/>
  </p:handoutMasterIdLst>
  <p:sldIdLst>
    <p:sldId id="278" r:id="rId5"/>
    <p:sldId id="279" r:id="rId6"/>
    <p:sldId id="280" r:id="rId7"/>
    <p:sldId id="281" r:id="rId8"/>
  </p:sldIdLst>
  <p:sldSz cx="9144000" cy="5715000" type="screen16x10"/>
  <p:notesSz cx="6858000" cy="9144000"/>
  <p:custDataLst>
    <p:tags r:id="rId11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5465">
          <p15:clr>
            <a:srgbClr val="A4A3A4"/>
          </p15:clr>
        </p15:guide>
        <p15:guide id="3" pos="4241">
          <p15:clr>
            <a:srgbClr val="A4A3A4"/>
          </p15:clr>
        </p15:guide>
        <p15:guide id="4" pos="46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9" name="Autor" initials="A" lastIdx="1" clrIdx="8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11A37"/>
    <a:srgbClr val="1A1448"/>
    <a:srgbClr val="404040"/>
    <a:srgbClr val="E7EFF7"/>
    <a:srgbClr val="CBDDEF"/>
    <a:srgbClr val="0096D3"/>
    <a:srgbClr val="0C94B7"/>
    <a:srgbClr val="41B4CE"/>
    <a:srgbClr val="73BA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219" autoAdjust="0"/>
    <p:restoredTop sz="91570" autoAdjust="0"/>
  </p:normalViewPr>
  <p:slideViewPr>
    <p:cSldViewPr snapToGrid="0" showGuides="1">
      <p:cViewPr varScale="1">
        <p:scale>
          <a:sx n="115" d="100"/>
          <a:sy n="115" d="100"/>
        </p:scale>
        <p:origin x="208" y="472"/>
      </p:cViewPr>
      <p:guideLst>
        <p:guide orient="horz" pos="1800"/>
        <p:guide pos="5465"/>
        <p:guide pos="4241"/>
        <p:guide pos="46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4" d="100"/>
          <a:sy n="94" d="100"/>
        </p:scale>
        <p:origin x="2748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8817FD-8155-4502-AF78-DBC2EA4B168F}" type="datetimeFigureOut">
              <a:rPr lang="de-AT" sz="1000" smtClean="0">
                <a:latin typeface="Verdana" pitchFamily="34" charset="0"/>
                <a:ea typeface="Verdana" pitchFamily="34" charset="0"/>
                <a:cs typeface="Verdana" pitchFamily="34" charset="0"/>
              </a:rPr>
              <a:t>17.12.25</a:t>
            </a:fld>
            <a:endParaRPr lang="de-AT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7F6F62-1C91-45E7-BAED-FBFBF67C82BC}" type="slidenum">
              <a:rPr lang="de-AT" sz="1000" smtClean="0">
                <a:latin typeface="Verdana" pitchFamily="34" charset="0"/>
                <a:ea typeface="Verdana" pitchFamily="34" charset="0"/>
                <a:cs typeface="Verdana" pitchFamily="34" charset="0"/>
              </a:rPr>
              <a:t>‹#›</a:t>
            </a:fld>
            <a:endParaRPr lang="de-AT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3456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endParaRPr lang="de-AT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C0A972FC-F5E0-4F80-B169-F0B5EFC71333}" type="datetimeFigureOut">
              <a:rPr lang="de-AT" smtClean="0"/>
              <a:pPr/>
              <a:t>17.12.25</a:t>
            </a:fld>
            <a:endParaRPr lang="de-AT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AT" dirty="0"/>
              <a:t>Textmasterformat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endParaRPr lang="de-AT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219CC2FD-B32F-4992-A15B-F95E2E35C81B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915136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Verdana" pitchFamily="34" charset="0"/>
        <a:ea typeface="Verdana" pitchFamily="34" charset="0"/>
        <a:cs typeface="Verdana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9CC2FD-B32F-4992-A15B-F95E2E35C81B}" type="slidenum">
              <a:rPr lang="de-AT" smtClean="0"/>
              <a:pPr/>
              <a:t>1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956595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/>
          <p:cNvGrpSpPr/>
          <p:nvPr userDrawn="1"/>
        </p:nvGrpSpPr>
        <p:grpSpPr>
          <a:xfrm>
            <a:off x="287338" y="603319"/>
            <a:ext cx="8552850" cy="2037600"/>
            <a:chOff x="287338" y="603319"/>
            <a:chExt cx="8552850" cy="2037600"/>
          </a:xfrm>
        </p:grpSpPr>
        <p:sp>
          <p:nvSpPr>
            <p:cNvPr id="14" name="Rechteck 13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15" name="Rechteck 14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4"/>
              </a:srgb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</p:grpSp>
      <p:pic>
        <p:nvPicPr>
          <p:cNvPr id="16" name="Grafik 15">
            <a:extLst>
              <a:ext uri="{FF2B5EF4-FFF2-40B4-BE49-F238E27FC236}">
                <a16:creationId xmlns:a16="http://schemas.microsoft.com/office/drawing/2014/main" id="{BCE2647B-5073-4CAC-9C5E-8009FCC053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 userDrawn="1">
            <p:ph type="ctrTitle" hasCustomPrompt="1"/>
          </p:nvPr>
        </p:nvSpPr>
        <p:spPr bwMode="black">
          <a:xfrm>
            <a:off x="605406" y="1301365"/>
            <a:ext cx="5436000" cy="1026000"/>
          </a:xfrm>
          <a:prstGeom prst="rect">
            <a:avLst/>
          </a:prstGeom>
        </p:spPr>
        <p:txBody>
          <a:bodyPr tIns="0" anchor="ctr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de-AT" dirty="0"/>
              <a:t>Maximal zweizeiligen </a:t>
            </a:r>
            <a:br>
              <a:rPr lang="de-AT" dirty="0"/>
            </a:br>
            <a:r>
              <a:rPr lang="de-AT" dirty="0"/>
              <a:t>Titel eingeben</a:t>
            </a:r>
          </a:p>
        </p:txBody>
      </p:sp>
      <p:sp>
        <p:nvSpPr>
          <p:cNvPr id="3" name="Untertitel 2"/>
          <p:cNvSpPr>
            <a:spLocks noGrp="1"/>
          </p:cNvSpPr>
          <p:nvPr userDrawn="1">
            <p:ph type="subTitle" idx="1" hasCustomPrompt="1"/>
          </p:nvPr>
        </p:nvSpPr>
        <p:spPr bwMode="black">
          <a:xfrm>
            <a:off x="605406" y="993080"/>
            <a:ext cx="5436000" cy="351533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AT" dirty="0"/>
              <a:t>Bei Bedarf Untertitel hier eingeben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1"/>
          </p:nvPr>
        </p:nvSpPr>
        <p:spPr bwMode="white">
          <a:xfrm>
            <a:off x="287338" y="2941638"/>
            <a:ext cx="4284662" cy="620885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baseline="0" dirty="0" smtClean="0"/>
            </a:lvl1pPr>
          </a:lstStyle>
          <a:p>
            <a:pPr marL="0" lvl="0" defTabSz="914400"/>
            <a:r>
              <a:rPr lang="en-US"/>
              <a:t>Click to edit Master text styles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bg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de-AT" dirty="0"/>
              <a:t>Stand: </a:t>
            </a:r>
            <a:r>
              <a:rPr lang="de-AT" dirty="0" err="1"/>
              <a:t>xx.xx.xxxx</a:t>
            </a:r>
            <a:endParaRPr lang="de-AT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577A3717-F920-47F5-9A6A-43B4555D244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13" y="5141094"/>
            <a:ext cx="1835942" cy="29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6897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kurz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6A3FCC5-1509-445E-BE36-5F597590EDBB}"/>
              </a:ext>
            </a:extLst>
          </p:cNvPr>
          <p:cNvGrpSpPr/>
          <p:nvPr userDrawn="1"/>
        </p:nvGrpSpPr>
        <p:grpSpPr>
          <a:xfrm>
            <a:off x="287338" y="603319"/>
            <a:ext cx="8552850" cy="1731679"/>
            <a:chOff x="287338" y="603319"/>
            <a:chExt cx="8552850" cy="1731679"/>
          </a:xfrm>
        </p:grpSpPr>
        <p:sp>
          <p:nvSpPr>
            <p:cNvPr id="13" name="Rechteck 12"/>
            <p:cNvSpPr/>
            <p:nvPr userDrawn="1"/>
          </p:nvSpPr>
          <p:spPr>
            <a:xfrm>
              <a:off x="6192000" y="603319"/>
              <a:ext cx="2648188" cy="17316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15" name="Rechteck 14"/>
            <p:cNvSpPr/>
            <p:nvPr userDrawn="1"/>
          </p:nvSpPr>
          <p:spPr bwMode="blackWhite">
            <a:xfrm>
              <a:off x="287338" y="603319"/>
              <a:ext cx="5904662" cy="1731679"/>
            </a:xfrm>
            <a:prstGeom prst="rect">
              <a:avLst/>
            </a:prstGeom>
            <a:solidFill>
              <a:srgbClr val="0096D3">
                <a:alpha val="89804"/>
              </a:srgb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</p:grpSp>
      <p:sp>
        <p:nvSpPr>
          <p:cNvPr id="2" name="Titel 1"/>
          <p:cNvSpPr>
            <a:spLocks noGrp="1"/>
          </p:cNvSpPr>
          <p:nvPr userDrawn="1">
            <p:ph type="ctrTitle" hasCustomPrompt="1"/>
          </p:nvPr>
        </p:nvSpPr>
        <p:spPr bwMode="black">
          <a:xfrm>
            <a:off x="605408" y="1296154"/>
            <a:ext cx="5466982" cy="516714"/>
          </a:xfrm>
          <a:prstGeom prst="rect">
            <a:avLst/>
          </a:prstGeom>
        </p:spPr>
        <p:txBody>
          <a:bodyPr tIns="0" anchor="b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de-AT" dirty="0"/>
              <a:t>Einzeiligen Titel eingeben</a:t>
            </a:r>
          </a:p>
        </p:txBody>
      </p:sp>
      <p:sp>
        <p:nvSpPr>
          <p:cNvPr id="3" name="Untertitel 2"/>
          <p:cNvSpPr>
            <a:spLocks noGrp="1"/>
          </p:cNvSpPr>
          <p:nvPr userDrawn="1">
            <p:ph type="subTitle" idx="1" hasCustomPrompt="1"/>
          </p:nvPr>
        </p:nvSpPr>
        <p:spPr bwMode="black">
          <a:xfrm>
            <a:off x="605408" y="993080"/>
            <a:ext cx="5466982" cy="304511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AT" dirty="0"/>
              <a:t>Bei Bedarf Untertitel hier eingeben</a:t>
            </a:r>
          </a:p>
        </p:txBody>
      </p:sp>
      <p:sp>
        <p:nvSpPr>
          <p:cNvPr id="16" name="Textplatzhalter 9"/>
          <p:cNvSpPr>
            <a:spLocks noGrp="1"/>
          </p:cNvSpPr>
          <p:nvPr userDrawn="1">
            <p:ph type="body" sz="quarter" idx="11"/>
          </p:nvPr>
        </p:nvSpPr>
        <p:spPr bwMode="white">
          <a:xfrm>
            <a:off x="287338" y="2642906"/>
            <a:ext cx="4284662" cy="620885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pPr marL="0" lvl="0" defTabSz="914400"/>
            <a:r>
              <a:rPr lang="en-US"/>
              <a:t>Click to edit Master text styles</a:t>
            </a:r>
          </a:p>
        </p:txBody>
      </p:sp>
      <p:sp>
        <p:nvSpPr>
          <p:cNvPr id="12" name="Textplatzhalter 7"/>
          <p:cNvSpPr>
            <a:spLocks noGrp="1"/>
          </p:cNvSpPr>
          <p:nvPr userDrawn="1">
            <p:ph type="body" sz="quarter" idx="12" hasCustomPrompt="1"/>
          </p:nvPr>
        </p:nvSpPr>
        <p:spPr bwMode="auto"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bg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de-AT" dirty="0"/>
              <a:t>Stand: </a:t>
            </a:r>
            <a:r>
              <a:rPr lang="de-AT" dirty="0" err="1"/>
              <a:t>xx.xx.xxxx</a:t>
            </a:r>
            <a:endParaRPr lang="de-AT" dirty="0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2D5C1542-29B8-4AE1-B0C9-CD406CE5EF8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59234A93-CFFB-4237-9659-D02118469D8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13" y="5141094"/>
            <a:ext cx="1835942" cy="29531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62019" y="1344613"/>
            <a:ext cx="7759644" cy="3853905"/>
          </a:xfrm>
        </p:spPr>
        <p:txBody>
          <a:bodyPr lIns="0" rIns="0">
            <a:normAutofit/>
          </a:bodyPr>
          <a:lstStyle>
            <a:lvl1pPr>
              <a:defRPr sz="16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AT" dirty="0"/>
              <a:t>Textmasterformat durch Klicken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4B0F6-B814-432F-A5EF-779CD4E3E58E}" type="datetime1">
              <a:rPr lang="de-AT" smtClean="0"/>
              <a:t>17.12.25</a:t>
            </a:fld>
            <a:endParaRPr lang="de-AT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/>
              <a:t>Fusszeile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AT" dirty="0"/>
              <a:t>SEITE </a:t>
            </a:r>
            <a:fld id="{BE3DC40E-DBBE-4E2D-9EEC-FBF0DA0E9179}" type="slidenum">
              <a:rPr lang="de-AT" smtClean="0"/>
              <a:t>‹#›</a:t>
            </a:fld>
            <a:endParaRPr lang="de-AT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/>
          <p:cNvGrpSpPr/>
          <p:nvPr userDrawn="1"/>
        </p:nvGrpSpPr>
        <p:grpSpPr>
          <a:xfrm>
            <a:off x="287338" y="603319"/>
            <a:ext cx="8552850" cy="2037600"/>
            <a:chOff x="287338" y="603319"/>
            <a:chExt cx="8552850" cy="2037600"/>
          </a:xfrm>
        </p:grpSpPr>
        <p:sp>
          <p:nvSpPr>
            <p:cNvPr id="16" name="Rechteck 15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17" name="Rechteck 16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</p:grpSp>
      <p:sp>
        <p:nvSpPr>
          <p:cNvPr id="14" name="Textplatzhalter 9"/>
          <p:cNvSpPr>
            <a:spLocks noGrp="1"/>
          </p:cNvSpPr>
          <p:nvPr>
            <p:ph type="body" sz="quarter" idx="11"/>
          </p:nvPr>
        </p:nvSpPr>
        <p:spPr bwMode="white">
          <a:xfrm>
            <a:off x="287338" y="2941638"/>
            <a:ext cx="4284662" cy="620885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pPr marL="0" lvl="0" defTabSz="914400"/>
            <a:r>
              <a:rPr lang="en-US"/>
              <a:t>Click to edit Master text styles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tx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de-AT" dirty="0"/>
              <a:t>Stand: </a:t>
            </a:r>
            <a:r>
              <a:rPr lang="de-AT" dirty="0" err="1"/>
              <a:t>xx.xx.xxxx</a:t>
            </a:r>
            <a:endParaRPr lang="de-AT" dirty="0"/>
          </a:p>
        </p:txBody>
      </p:sp>
      <p:sp>
        <p:nvSpPr>
          <p:cNvPr id="13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6" y="1301365"/>
            <a:ext cx="5436000" cy="1026000"/>
          </a:xfrm>
          <a:prstGeom prst="rect">
            <a:avLst/>
          </a:prstGeom>
        </p:spPr>
        <p:txBody>
          <a:bodyPr tIns="0" anchor="ctr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de-AT" dirty="0"/>
              <a:t>Maximal zweizeiligen </a:t>
            </a:r>
            <a:br>
              <a:rPr lang="de-AT" dirty="0"/>
            </a:br>
            <a:r>
              <a:rPr lang="de-AT" dirty="0"/>
              <a:t>Titel eingeben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6" y="993080"/>
            <a:ext cx="5436000" cy="351533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AT" dirty="0"/>
              <a:t>Bei Bedarf Untertitel hier eingeben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0B662EC1-7F7E-4F35-9E96-6A12310053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7CB48493-A0F2-468C-986D-2A150B5DEFB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7341" y="5141369"/>
            <a:ext cx="1831485" cy="29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7961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413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ohne Bild kur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pieren 12"/>
          <p:cNvGrpSpPr/>
          <p:nvPr userDrawn="1"/>
        </p:nvGrpSpPr>
        <p:grpSpPr>
          <a:xfrm>
            <a:off x="287338" y="603319"/>
            <a:ext cx="8552850" cy="1731679"/>
            <a:chOff x="287338" y="603319"/>
            <a:chExt cx="8552850" cy="2037600"/>
          </a:xfrm>
        </p:grpSpPr>
        <p:sp>
          <p:nvSpPr>
            <p:cNvPr id="15" name="Rechteck 14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17" name="Rechteck 16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</p:grp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7" y="1296154"/>
            <a:ext cx="5436000" cy="516714"/>
          </a:xfrm>
          <a:prstGeom prst="rect">
            <a:avLst/>
          </a:prstGeom>
        </p:spPr>
        <p:txBody>
          <a:bodyPr tIns="0" anchor="b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de-AT" dirty="0"/>
              <a:t>Einzeiligen Titel eingeben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7" y="993080"/>
            <a:ext cx="5436000" cy="304511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AT" dirty="0"/>
              <a:t>Bei Bedarf Untertitel hier eingeben</a:t>
            </a:r>
          </a:p>
        </p:txBody>
      </p:sp>
      <p:sp>
        <p:nvSpPr>
          <p:cNvPr id="14" name="Textplatzhalter 9"/>
          <p:cNvSpPr>
            <a:spLocks noGrp="1"/>
          </p:cNvSpPr>
          <p:nvPr>
            <p:ph type="body" sz="quarter" idx="11"/>
          </p:nvPr>
        </p:nvSpPr>
        <p:spPr bwMode="white">
          <a:xfrm>
            <a:off x="287338" y="2642907"/>
            <a:ext cx="4284662" cy="620885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pPr marL="0" lvl="0" defTabSz="914400"/>
            <a:r>
              <a:rPr lang="en-US"/>
              <a:t>Click to edit Master text styles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tx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de-AT" dirty="0"/>
              <a:t>Stand: </a:t>
            </a:r>
            <a:r>
              <a:rPr lang="de-AT" dirty="0" err="1"/>
              <a:t>xx.xx.xxxx</a:t>
            </a:r>
            <a:endParaRPr lang="de-AT" dirty="0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68921D79-517C-4187-882B-8B1EFDBF5E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03EC835-F8EC-46FF-A7D8-2C72534AF7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7341" y="5141369"/>
            <a:ext cx="1831485" cy="29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268004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Bild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/>
          <p:cNvGrpSpPr/>
          <p:nvPr userDrawn="1"/>
        </p:nvGrpSpPr>
        <p:grpSpPr>
          <a:xfrm>
            <a:off x="287338" y="603319"/>
            <a:ext cx="8552850" cy="2037600"/>
            <a:chOff x="287338" y="603319"/>
            <a:chExt cx="8552850" cy="2037600"/>
          </a:xfrm>
        </p:grpSpPr>
        <p:sp>
          <p:nvSpPr>
            <p:cNvPr id="21" name="Rechteck 20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2" name="Rechteck 21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4"/>
              </a:srgb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</p:grpSp>
      <p:sp>
        <p:nvSpPr>
          <p:cNvPr id="10" name="Textplatzhalter 9"/>
          <p:cNvSpPr>
            <a:spLocks noGrp="1"/>
          </p:cNvSpPr>
          <p:nvPr>
            <p:ph type="body" sz="quarter" idx="11"/>
          </p:nvPr>
        </p:nvSpPr>
        <p:spPr bwMode="white">
          <a:xfrm>
            <a:off x="287338" y="2941638"/>
            <a:ext cx="4284662" cy="620885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pPr marL="0" lvl="0" defTabSz="914400"/>
            <a:r>
              <a:rPr lang="en-US"/>
              <a:t>Click to edit Master text styles</a:t>
            </a:r>
          </a:p>
        </p:txBody>
      </p:sp>
      <p:sp>
        <p:nvSpPr>
          <p:cNvPr id="14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tx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de-AT" dirty="0"/>
              <a:t>Stand: </a:t>
            </a:r>
            <a:r>
              <a:rPr lang="de-AT" dirty="0" err="1"/>
              <a:t>xx.xx.xxxx</a:t>
            </a:r>
            <a:endParaRPr lang="de-AT" dirty="0"/>
          </a:p>
        </p:txBody>
      </p:sp>
      <p:sp>
        <p:nvSpPr>
          <p:cNvPr id="16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6" y="1301365"/>
            <a:ext cx="5436000" cy="1026000"/>
          </a:xfrm>
          <a:prstGeom prst="rect">
            <a:avLst/>
          </a:prstGeom>
        </p:spPr>
        <p:txBody>
          <a:bodyPr tIns="0" anchor="ctr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de-AT" dirty="0"/>
              <a:t>Maximal zweizeiligen </a:t>
            </a:r>
            <a:br>
              <a:rPr lang="de-AT" dirty="0"/>
            </a:br>
            <a:r>
              <a:rPr lang="de-AT" dirty="0"/>
              <a:t>Titel eingeben</a:t>
            </a:r>
          </a:p>
        </p:txBody>
      </p:sp>
      <p:sp>
        <p:nvSpPr>
          <p:cNvPr id="17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6" y="993080"/>
            <a:ext cx="5436000" cy="351533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AT" dirty="0"/>
              <a:t>Bei Bedarf Untertitel hier eingeben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FF116690-1CA5-4CDF-B922-0BB3C7E060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E92C9326-2A46-4857-9E76-0DB2F283D62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13" y="5141093"/>
            <a:ext cx="1835942" cy="29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078111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Bild 2 kurz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pieren 12"/>
          <p:cNvGrpSpPr/>
          <p:nvPr userDrawn="1"/>
        </p:nvGrpSpPr>
        <p:grpSpPr>
          <a:xfrm>
            <a:off x="287338" y="603319"/>
            <a:ext cx="8552850" cy="1731679"/>
            <a:chOff x="287338" y="603319"/>
            <a:chExt cx="8552850" cy="2037600"/>
          </a:xfrm>
        </p:grpSpPr>
        <p:sp>
          <p:nvSpPr>
            <p:cNvPr id="15" name="Rechteck 14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17" name="Rechteck 16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4"/>
              </a:srgb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</p:grp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7" y="1296154"/>
            <a:ext cx="5436000" cy="516714"/>
          </a:xfrm>
          <a:prstGeom prst="rect">
            <a:avLst/>
          </a:prstGeom>
        </p:spPr>
        <p:txBody>
          <a:bodyPr tIns="0" anchor="b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de-AT" dirty="0"/>
              <a:t>Einzeiligen Titel eingeben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7" y="993080"/>
            <a:ext cx="5436000" cy="304511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AT" dirty="0"/>
              <a:t>Bei Bedarf Untertitel hier eingeben</a:t>
            </a:r>
          </a:p>
        </p:txBody>
      </p:sp>
      <p:sp>
        <p:nvSpPr>
          <p:cNvPr id="16" name="Textplatzhalter 9"/>
          <p:cNvSpPr>
            <a:spLocks noGrp="1"/>
          </p:cNvSpPr>
          <p:nvPr>
            <p:ph type="body" sz="quarter" idx="11"/>
          </p:nvPr>
        </p:nvSpPr>
        <p:spPr bwMode="white">
          <a:xfrm>
            <a:off x="287338" y="2642907"/>
            <a:ext cx="4284662" cy="620885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pPr marL="0" lvl="0" defTabSz="914400"/>
            <a:r>
              <a:rPr lang="en-US"/>
              <a:t>Click to edit Master text styles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tx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de-AT" dirty="0"/>
              <a:t>Stand: </a:t>
            </a:r>
            <a:r>
              <a:rPr lang="de-AT" dirty="0" err="1"/>
              <a:t>xx.xx.xxxx</a:t>
            </a:r>
            <a:endParaRPr lang="de-AT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0A475DBF-FF8A-499C-9A9D-A1690ED3361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D71C56E8-CA3B-4481-B593-3FAEA5B8938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13" y="5141093"/>
            <a:ext cx="1835942" cy="29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666851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Bild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pieren 15"/>
          <p:cNvGrpSpPr/>
          <p:nvPr userDrawn="1"/>
        </p:nvGrpSpPr>
        <p:grpSpPr>
          <a:xfrm>
            <a:off x="287338" y="603319"/>
            <a:ext cx="8552850" cy="2037600"/>
            <a:chOff x="287338" y="603319"/>
            <a:chExt cx="8552850" cy="2037600"/>
          </a:xfrm>
        </p:grpSpPr>
        <p:sp>
          <p:nvSpPr>
            <p:cNvPr id="17" name="Rechteck 16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18" name="Rechteck 17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4"/>
              </a:srgb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</p:grpSp>
      <p:sp>
        <p:nvSpPr>
          <p:cNvPr id="10" name="Textplatzhalter 9"/>
          <p:cNvSpPr>
            <a:spLocks noGrp="1"/>
          </p:cNvSpPr>
          <p:nvPr>
            <p:ph type="body" sz="quarter" idx="11"/>
          </p:nvPr>
        </p:nvSpPr>
        <p:spPr bwMode="white">
          <a:xfrm>
            <a:off x="287338" y="2941638"/>
            <a:ext cx="4284662" cy="620885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pPr marL="0" lvl="0" defTabSz="914400"/>
            <a:r>
              <a:rPr lang="en-US"/>
              <a:t>Click to edit Master text styles</a:t>
            </a:r>
          </a:p>
        </p:txBody>
      </p:sp>
      <p:sp>
        <p:nvSpPr>
          <p:cNvPr id="14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bg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de-AT" dirty="0"/>
              <a:t>Stand: </a:t>
            </a:r>
            <a:r>
              <a:rPr lang="de-AT" dirty="0" err="1"/>
              <a:t>xx.xx.xxxx</a:t>
            </a:r>
            <a:endParaRPr lang="de-AT" dirty="0"/>
          </a:p>
        </p:txBody>
      </p:sp>
      <p:sp>
        <p:nvSpPr>
          <p:cNvPr id="1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6" y="1301365"/>
            <a:ext cx="5436000" cy="1026000"/>
          </a:xfrm>
          <a:prstGeom prst="rect">
            <a:avLst/>
          </a:prstGeom>
        </p:spPr>
        <p:txBody>
          <a:bodyPr tIns="0" anchor="ctr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de-AT" dirty="0"/>
              <a:t>Maximal zweizeiligen </a:t>
            </a:r>
            <a:br>
              <a:rPr lang="de-AT" dirty="0"/>
            </a:br>
            <a:r>
              <a:rPr lang="de-AT" dirty="0"/>
              <a:t>Titel eingeben</a:t>
            </a:r>
          </a:p>
        </p:txBody>
      </p:sp>
      <p:sp>
        <p:nvSpPr>
          <p:cNvPr id="1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6" y="993080"/>
            <a:ext cx="5436000" cy="351533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AT" dirty="0"/>
              <a:t>Bei Bedarf Untertitel hier eingeben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6068296-11E8-4929-AA24-078FC628B7B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B6EC7758-8011-47AD-A756-F263091D5BB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13" y="5141094"/>
            <a:ext cx="1835942" cy="29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316379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Bild 3 kurz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pieren 12"/>
          <p:cNvGrpSpPr/>
          <p:nvPr userDrawn="1"/>
        </p:nvGrpSpPr>
        <p:grpSpPr>
          <a:xfrm>
            <a:off x="287338" y="603319"/>
            <a:ext cx="8552850" cy="1731679"/>
            <a:chOff x="287338" y="603319"/>
            <a:chExt cx="8552850" cy="2037600"/>
          </a:xfrm>
        </p:grpSpPr>
        <p:sp>
          <p:nvSpPr>
            <p:cNvPr id="14" name="Rechteck 13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17" name="Rechteck 16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4"/>
              </a:srgb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</p:grp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7" y="1296154"/>
            <a:ext cx="5436000" cy="516714"/>
          </a:xfrm>
          <a:prstGeom prst="rect">
            <a:avLst/>
          </a:prstGeom>
        </p:spPr>
        <p:txBody>
          <a:bodyPr tIns="0" anchor="b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de-AT" dirty="0"/>
              <a:t>Einzeiligen Titel eingeben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7" y="993080"/>
            <a:ext cx="5436000" cy="304511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AT" dirty="0"/>
              <a:t>Bei Bedarf Untertitel hier eingeben</a:t>
            </a:r>
          </a:p>
        </p:txBody>
      </p:sp>
      <p:sp>
        <p:nvSpPr>
          <p:cNvPr id="16" name="Textplatzhalter 9"/>
          <p:cNvSpPr>
            <a:spLocks noGrp="1"/>
          </p:cNvSpPr>
          <p:nvPr>
            <p:ph type="body" sz="quarter" idx="11"/>
          </p:nvPr>
        </p:nvSpPr>
        <p:spPr bwMode="white">
          <a:xfrm>
            <a:off x="287338" y="2642907"/>
            <a:ext cx="4284662" cy="620885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pPr marL="0" lvl="0" defTabSz="914400"/>
            <a:r>
              <a:rPr lang="en-US"/>
              <a:t>Click to edit Master text styles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bg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de-AT" dirty="0"/>
              <a:t>Stand: </a:t>
            </a:r>
            <a:r>
              <a:rPr lang="de-AT" dirty="0" err="1"/>
              <a:t>xx.xx.xxxx</a:t>
            </a:r>
            <a:endParaRPr lang="de-AT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0B897B33-8355-44AC-8129-26BF5973F3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E00495DC-0F57-4304-BBFD-BB5FA5288F7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13" y="5141094"/>
            <a:ext cx="1835942" cy="29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111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uppieren 20"/>
          <p:cNvGrpSpPr/>
          <p:nvPr userDrawn="1"/>
        </p:nvGrpSpPr>
        <p:grpSpPr>
          <a:xfrm>
            <a:off x="287338" y="603319"/>
            <a:ext cx="8552850" cy="2037600"/>
            <a:chOff x="287338" y="603319"/>
            <a:chExt cx="8552850" cy="2037600"/>
          </a:xfrm>
        </p:grpSpPr>
        <p:sp>
          <p:nvSpPr>
            <p:cNvPr id="22" name="Rechteck 21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23" name="Rechteck 22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</p:grpSp>
      <p:sp>
        <p:nvSpPr>
          <p:cNvPr id="14" name="Textplatzhalter 9"/>
          <p:cNvSpPr>
            <a:spLocks noGrp="1"/>
          </p:cNvSpPr>
          <p:nvPr>
            <p:ph type="body" sz="quarter" idx="11"/>
          </p:nvPr>
        </p:nvSpPr>
        <p:spPr bwMode="white">
          <a:xfrm>
            <a:off x="287338" y="2941638"/>
            <a:ext cx="4284662" cy="620885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pPr marL="0" lvl="0" defTabSz="914400"/>
            <a:r>
              <a:rPr lang="en-US"/>
              <a:t>Click to edit Master text styles</a:t>
            </a:r>
          </a:p>
        </p:txBody>
      </p:sp>
      <p:sp>
        <p:nvSpPr>
          <p:cNvPr id="13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6" y="1301365"/>
            <a:ext cx="5436000" cy="1026000"/>
          </a:xfrm>
          <a:prstGeom prst="rect">
            <a:avLst/>
          </a:prstGeom>
        </p:spPr>
        <p:txBody>
          <a:bodyPr tIns="0" anchor="ctr" anchorCtr="0">
            <a:noAutofit/>
          </a:bodyPr>
          <a:lstStyle>
            <a:lvl1pPr algn="l">
              <a:lnSpc>
                <a:spcPct val="100000"/>
              </a:lnSpc>
              <a:defRPr sz="28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de-AT" dirty="0"/>
              <a:t>Maximal zweizeiligen </a:t>
            </a:r>
            <a:br>
              <a:rPr lang="de-AT" dirty="0"/>
            </a:br>
            <a:r>
              <a:rPr lang="de-AT" dirty="0"/>
              <a:t>Titel eingeben</a:t>
            </a:r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EF16FBD4-A1A0-4C0D-8ECA-591A550A295A}" type="datetime1">
              <a:rPr lang="de-AT" smtClean="0"/>
              <a:t>17.12.25</a:t>
            </a:fld>
            <a:endParaRPr lang="de-AT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AT" dirty="0"/>
              <a:t>Fusszeile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de-AT" dirty="0"/>
              <a:t>SEITE </a:t>
            </a:r>
            <a:fld id="{BE3DC40E-DBBE-4E2D-9EEC-FBF0DA0E9179}" type="slidenum">
              <a:rPr lang="de-AT" smtClean="0"/>
              <a:pPr/>
              <a:t>‹#›</a:t>
            </a:fld>
            <a:endParaRPr lang="de-AT" dirty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181D7EAB-0BA7-4E01-91B2-EC9EF18DB6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7E0998BC-97DF-4E25-87DA-15ED5E16C46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613" y="5359721"/>
            <a:ext cx="1318058" cy="21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976733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folie kur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pieren 12"/>
          <p:cNvGrpSpPr/>
          <p:nvPr userDrawn="1"/>
        </p:nvGrpSpPr>
        <p:grpSpPr>
          <a:xfrm>
            <a:off x="287338" y="603319"/>
            <a:ext cx="8552850" cy="1731679"/>
            <a:chOff x="287338" y="603319"/>
            <a:chExt cx="8552850" cy="2037600"/>
          </a:xfrm>
        </p:grpSpPr>
        <p:sp>
          <p:nvSpPr>
            <p:cNvPr id="15" name="Rechteck 14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  <p:sp>
          <p:nvSpPr>
            <p:cNvPr id="17" name="Rechteck 16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 dirty="0"/>
            </a:p>
          </p:txBody>
        </p:sp>
      </p:grp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7" y="1302593"/>
            <a:ext cx="5436000" cy="516714"/>
          </a:xfrm>
          <a:prstGeom prst="rect">
            <a:avLst/>
          </a:prstGeom>
        </p:spPr>
        <p:txBody>
          <a:bodyPr tIns="0" anchor="b" anchorCtr="0">
            <a:noAutofit/>
          </a:bodyPr>
          <a:lstStyle>
            <a:lvl1pPr algn="l">
              <a:lnSpc>
                <a:spcPct val="100000"/>
              </a:lnSpc>
              <a:defRPr sz="28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de-AT" dirty="0"/>
              <a:t>Einzeiligen Titel eingeben</a:t>
            </a:r>
          </a:p>
        </p:txBody>
      </p:sp>
      <p:sp>
        <p:nvSpPr>
          <p:cNvPr id="14" name="Textplatzhalter 9"/>
          <p:cNvSpPr>
            <a:spLocks noGrp="1"/>
          </p:cNvSpPr>
          <p:nvPr>
            <p:ph type="body" sz="quarter" idx="11"/>
          </p:nvPr>
        </p:nvSpPr>
        <p:spPr bwMode="white">
          <a:xfrm>
            <a:off x="287338" y="2642907"/>
            <a:ext cx="4284662" cy="620885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pPr marL="0" lvl="0" defTabSz="91440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EF16FBD4-A1A0-4C0D-8ECA-591A550A295A}" type="datetime1">
              <a:rPr lang="de-AT" smtClean="0"/>
              <a:t>17.12.25</a:t>
            </a:fld>
            <a:endParaRPr lang="de-A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AT" dirty="0"/>
              <a:t>Fusszeile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de-AT" dirty="0"/>
              <a:t>SEITE </a:t>
            </a:r>
            <a:fld id="{BE3DC40E-DBBE-4E2D-9EEC-FBF0DA0E9179}" type="slidenum">
              <a:rPr lang="de-AT" smtClean="0"/>
              <a:pPr/>
              <a:t>‹#›</a:t>
            </a:fld>
            <a:endParaRPr lang="de-AT" dirty="0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8CE3C7E9-F05D-4DB6-844F-097DC39A0A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0DCF4C52-7450-4216-AD35-23E4508F83A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613" y="5359721"/>
            <a:ext cx="1318058" cy="21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094613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/>
          <p:cNvSpPr>
            <a:spLocks noGrp="1"/>
          </p:cNvSpPr>
          <p:nvPr>
            <p:ph sz="quarter" idx="10" hasCustomPrompt="1"/>
          </p:nvPr>
        </p:nvSpPr>
        <p:spPr>
          <a:xfrm>
            <a:off x="468316" y="1344613"/>
            <a:ext cx="8210547" cy="4370387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de-AT" dirty="0"/>
              <a:t>Platzhalter für Objekte</a:t>
            </a:r>
          </a:p>
        </p:txBody>
      </p:sp>
      <p:sp>
        <p:nvSpPr>
          <p:cNvPr id="8" name="Rechteck 7"/>
          <p:cNvSpPr/>
          <p:nvPr userDrawn="1"/>
        </p:nvSpPr>
        <p:spPr bwMode="gray">
          <a:xfrm>
            <a:off x="0" y="1043522"/>
            <a:ext cx="9144000" cy="25200"/>
          </a:xfrm>
          <a:prstGeom prst="rect">
            <a:avLst/>
          </a:prstGeom>
          <a:solidFill>
            <a:srgbClr val="0C94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     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3B1CA4E-C398-49A1-9CD7-D9ACEA72DB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11621" y="288569"/>
            <a:ext cx="1170000" cy="6172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62405" y="1344613"/>
            <a:ext cx="3960000" cy="3859212"/>
          </a:xfrm>
        </p:spPr>
        <p:txBody>
          <a:bodyPr>
            <a:normAutofit/>
          </a:bodyPr>
          <a:lstStyle>
            <a:lvl1pPr>
              <a:defRPr sz="1600"/>
            </a:lvl1pPr>
            <a:lvl2pPr marL="541312" indent="-285750">
              <a:buClr>
                <a:schemeClr val="accent1"/>
              </a:buClr>
              <a:buFont typeface="Wingdings" charset="2"/>
              <a:buChar char="§"/>
              <a:defRPr sz="1500"/>
            </a:lvl2pPr>
            <a:lvl3pPr>
              <a:defRPr sz="1400"/>
            </a:lvl3pPr>
            <a:lvl4pPr>
              <a:buClr>
                <a:schemeClr val="accent1"/>
              </a:buCl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 dirty="0"/>
              <a:t>Textmasterformat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715688" y="1344613"/>
            <a:ext cx="3960000" cy="3859212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1600"/>
            </a:lvl1pPr>
            <a:lvl2pPr marL="541312" indent="-285750">
              <a:buClr>
                <a:schemeClr val="accent1"/>
              </a:buClr>
              <a:buFont typeface="Wingdings" charset="2"/>
              <a:buChar char="§"/>
              <a:defRPr sz="1500"/>
            </a:lvl2pPr>
            <a:lvl3pPr>
              <a:defRPr sz="1400"/>
            </a:lvl3pPr>
            <a:lvl4pPr>
              <a:buClr>
                <a:schemeClr val="accent1"/>
              </a:buClr>
              <a:defRPr sz="1200"/>
            </a:lvl4pPr>
            <a:lvl5pPr>
              <a:buClr>
                <a:schemeClr val="accent1"/>
              </a:buCl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 dirty="0"/>
              <a:t>Textmasterformat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0548-BB61-4975-B080-1B6E0D52ECC3}" type="datetime1">
              <a:rPr lang="de-AT" smtClean="0"/>
              <a:t>17.12.25</a:t>
            </a:fld>
            <a:endParaRPr lang="de-AT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/>
              <a:t>Fusszeile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AT" dirty="0"/>
              <a:t>SEITE </a:t>
            </a:r>
            <a:fld id="{BE3DC40E-DBBE-4E2D-9EEC-FBF0DA0E9179}" type="slidenum">
              <a:rPr lang="de-AT" smtClean="0"/>
              <a:t>‹#›</a:t>
            </a:fld>
            <a:endParaRPr lang="de-AT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 dirty="0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62405" y="1935991"/>
            <a:ext cx="3960000" cy="326783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5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 dirty="0"/>
              <a:t>Textmasterformat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715688" y="1935991"/>
            <a:ext cx="3960000" cy="326783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5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 dirty="0"/>
              <a:t>Textmasterformat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</p:txBody>
      </p:sp>
      <p:sp>
        <p:nvSpPr>
          <p:cNvPr id="8" name="Textplatzhalter 2"/>
          <p:cNvSpPr>
            <a:spLocks noGrp="1"/>
          </p:cNvSpPr>
          <p:nvPr>
            <p:ph type="body" idx="13" hasCustomPrompt="1"/>
          </p:nvPr>
        </p:nvSpPr>
        <p:spPr bwMode="gray">
          <a:xfrm>
            <a:off x="468314" y="1344613"/>
            <a:ext cx="3960811" cy="533136"/>
          </a:xfr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none"/>
        </p:style>
        <p:txBody>
          <a:bodyPr anchor="ctr" anchorCtr="0">
            <a:noAutofit/>
          </a:bodyPr>
          <a:lstStyle>
            <a:lvl1pPr marL="92066" indent="0">
              <a:buNone/>
              <a:tabLst/>
              <a:defRPr sz="1800" b="1" baseline="0">
                <a:solidFill>
                  <a:schemeClr val="bg1"/>
                </a:solidFill>
                <a:latin typeface="+mj-lt"/>
              </a:defRPr>
            </a:lvl1pPr>
            <a:lvl2pPr marL="457153" indent="0">
              <a:buNone/>
              <a:defRPr sz="2000" b="1"/>
            </a:lvl2pPr>
            <a:lvl3pPr marL="914306" indent="0">
              <a:buNone/>
              <a:defRPr sz="1800" b="1"/>
            </a:lvl3pPr>
            <a:lvl4pPr marL="1371460" indent="0">
              <a:buNone/>
              <a:defRPr sz="1600" b="1"/>
            </a:lvl4pPr>
            <a:lvl5pPr marL="1828613" indent="0">
              <a:buNone/>
              <a:defRPr sz="1600" b="1"/>
            </a:lvl5pPr>
            <a:lvl6pPr marL="2285767" indent="0">
              <a:buNone/>
              <a:defRPr sz="1600" b="1"/>
            </a:lvl6pPr>
            <a:lvl7pPr marL="2742920" indent="0">
              <a:buNone/>
              <a:defRPr sz="1600" b="1"/>
            </a:lvl7pPr>
            <a:lvl8pPr marL="3200073" indent="0">
              <a:buNone/>
              <a:defRPr sz="1600" b="1"/>
            </a:lvl8pPr>
            <a:lvl9pPr marL="3657227" indent="0">
              <a:buNone/>
              <a:defRPr sz="1600" b="1"/>
            </a:lvl9pPr>
          </a:lstStyle>
          <a:p>
            <a:pPr lvl="0"/>
            <a:r>
              <a:rPr lang="de-AT" dirty="0"/>
              <a:t>Text hier einfügen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208B580-4914-472C-873D-0ABC3D2F1944}" type="datetime1">
              <a:rPr lang="de-AT" smtClean="0"/>
              <a:t>17.12.25</a:t>
            </a:fld>
            <a:endParaRPr lang="de-AT" dirty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AT" dirty="0"/>
              <a:t>Fusszeile</a:t>
            </a:r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de-AT" dirty="0"/>
              <a:t>SEITE </a:t>
            </a:r>
            <a:fld id="{BE3DC40E-DBBE-4E2D-9EEC-FBF0DA0E9179}" type="slidenum">
              <a:rPr lang="de-AT" smtClean="0"/>
              <a:t>‹#›</a:t>
            </a:fld>
            <a:endParaRPr lang="de-AT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 dirty="0"/>
          </a:p>
        </p:txBody>
      </p:sp>
      <p:sp>
        <p:nvSpPr>
          <p:cNvPr id="14" name="Textplatzhalter 2"/>
          <p:cNvSpPr>
            <a:spLocks noGrp="1"/>
          </p:cNvSpPr>
          <p:nvPr>
            <p:ph type="body" idx="17" hasCustomPrompt="1"/>
          </p:nvPr>
        </p:nvSpPr>
        <p:spPr bwMode="gray">
          <a:xfrm>
            <a:off x="4727894" y="1344613"/>
            <a:ext cx="3960811" cy="533136"/>
          </a:xfr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none"/>
        </p:style>
        <p:txBody>
          <a:bodyPr anchor="ctr" anchorCtr="0">
            <a:noAutofit/>
          </a:bodyPr>
          <a:lstStyle>
            <a:lvl1pPr marL="92066" indent="0">
              <a:buNone/>
              <a:tabLst/>
              <a:defRPr sz="1800" b="1" baseline="0">
                <a:solidFill>
                  <a:schemeClr val="bg1"/>
                </a:solidFill>
                <a:latin typeface="+mj-lt"/>
              </a:defRPr>
            </a:lvl1pPr>
            <a:lvl2pPr marL="457153" indent="0">
              <a:buNone/>
              <a:defRPr sz="2000" b="1"/>
            </a:lvl2pPr>
            <a:lvl3pPr marL="914306" indent="0">
              <a:buNone/>
              <a:defRPr sz="1800" b="1"/>
            </a:lvl3pPr>
            <a:lvl4pPr marL="1371460" indent="0">
              <a:buNone/>
              <a:defRPr sz="1600" b="1"/>
            </a:lvl4pPr>
            <a:lvl5pPr marL="1828613" indent="0">
              <a:buNone/>
              <a:defRPr sz="1600" b="1"/>
            </a:lvl5pPr>
            <a:lvl6pPr marL="2285767" indent="0">
              <a:buNone/>
              <a:defRPr sz="1600" b="1"/>
            </a:lvl6pPr>
            <a:lvl7pPr marL="2742920" indent="0">
              <a:buNone/>
              <a:defRPr sz="1600" b="1"/>
            </a:lvl7pPr>
            <a:lvl8pPr marL="3200073" indent="0">
              <a:buNone/>
              <a:defRPr sz="1600" b="1"/>
            </a:lvl8pPr>
            <a:lvl9pPr marL="3657227" indent="0">
              <a:buNone/>
              <a:defRPr sz="1600" b="1"/>
            </a:lvl9pPr>
          </a:lstStyle>
          <a:p>
            <a:pPr lvl="0"/>
            <a:r>
              <a:rPr lang="de-AT" dirty="0"/>
              <a:t>Text hier einfügen</a:t>
            </a:r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467544" y="1964530"/>
            <a:ext cx="4319712" cy="2716954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31" tIns="45715" rIns="91431" bIns="45715" rtlCol="0" anchor="ctr"/>
          <a:lstStyle/>
          <a:p>
            <a:pPr algn="ctr"/>
            <a:endParaRPr lang="de-AT" dirty="0"/>
          </a:p>
        </p:txBody>
      </p:sp>
      <p:pic>
        <p:nvPicPr>
          <p:cNvPr id="7" name="Grafik 6" descr="Logo-für-VK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1560" y="2127250"/>
            <a:ext cx="492443" cy="2252663"/>
          </a:xfrm>
          <a:prstGeom prst="rect">
            <a:avLst/>
          </a:prstGeom>
        </p:spPr>
      </p:pic>
      <p:sp>
        <p:nvSpPr>
          <p:cNvPr id="11" name="Textplatzhalt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1684020" y="2559843"/>
            <a:ext cx="2763926" cy="1811291"/>
          </a:xfrm>
        </p:spPr>
        <p:txBody>
          <a:bodyPr>
            <a:normAutofit/>
          </a:bodyPr>
          <a:lstStyle>
            <a:lvl1pPr marL="0" marR="0" indent="0" algn="l" defTabSz="9143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2582"/>
              </a:buClr>
              <a:buSzTx/>
              <a:buFont typeface="Wingdings" pitchFamily="2" charset="2"/>
              <a:buNone/>
              <a:tabLst/>
              <a:defRPr sz="1100" baseline="0"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marL="0" marR="0" lvl="0" indent="0" algn="l" defTabSz="9143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2582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de-AT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Hier Adressdaten eingeben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60B22D8-19A8-4750-AD83-286C35A4BCEC}" type="datetime1">
              <a:rPr lang="de-AT" smtClean="0"/>
              <a:t>17.12.25</a:t>
            </a:fld>
            <a:endParaRPr lang="de-AT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AT" dirty="0"/>
              <a:t>Fusszeile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de-AT" dirty="0"/>
              <a:t>SEITE </a:t>
            </a:r>
            <a:fld id="{BE3DC40E-DBBE-4E2D-9EEC-FBF0DA0E9179}" type="slidenum">
              <a:rPr lang="de-AT" smtClean="0"/>
              <a:t>‹#›</a:t>
            </a:fld>
            <a:endParaRPr lang="de-AT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E3A7D816-8143-4089-A674-7FBE2F1D70EC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7711621" y="288569"/>
            <a:ext cx="1170000" cy="617280"/>
          </a:xfrm>
          <a:prstGeom prst="rect">
            <a:avLst/>
          </a:prstGeom>
        </p:spPr>
      </p:pic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344613"/>
            <a:ext cx="7764463" cy="3859212"/>
          </a:xfrm>
          <a:prstGeom prst="rect">
            <a:avLst/>
          </a:prstGeom>
        </p:spPr>
        <p:txBody>
          <a:bodyPr vert="horz" lIns="0" tIns="45715" rIns="0" bIns="45715" rtlCol="0">
            <a:normAutofit/>
          </a:bodyPr>
          <a:lstStyle/>
          <a:p>
            <a:pPr lvl="0"/>
            <a:r>
              <a:rPr lang="de-AT" dirty="0"/>
              <a:t>Textmasterformate durch Klicken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</a:p>
        </p:txBody>
      </p:sp>
      <p:sp>
        <p:nvSpPr>
          <p:cNvPr id="5" name="Fußzeilenplatzhalter 4"/>
          <p:cNvSpPr>
            <a:spLocks noGrp="1"/>
          </p:cNvSpPr>
          <p:nvPr userDrawn="1">
            <p:ph type="ftr" sz="quarter" idx="3"/>
          </p:nvPr>
        </p:nvSpPr>
        <p:spPr>
          <a:xfrm>
            <a:off x="1354561" y="5412059"/>
            <a:ext cx="3217443" cy="258085"/>
          </a:xfrm>
          <a:prstGeom prst="rect">
            <a:avLst/>
          </a:prstGeom>
        </p:spPr>
        <p:txBody>
          <a:bodyPr vert="horz" lIns="91431" tIns="45715" rIns="91431" bIns="45715" rtlCol="0" anchor="ctr"/>
          <a:lstStyle>
            <a:lvl1pPr algn="l">
              <a:defRPr sz="80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 dirty="0"/>
              <a:t>Fusszeile</a:t>
            </a:r>
          </a:p>
        </p:txBody>
      </p:sp>
      <p:sp>
        <p:nvSpPr>
          <p:cNvPr id="6" name="Foliennummernplatzhalter 5"/>
          <p:cNvSpPr>
            <a:spLocks noGrp="1"/>
          </p:cNvSpPr>
          <p:nvPr userDrawn="1">
            <p:ph type="sldNum" sz="quarter" idx="4"/>
          </p:nvPr>
        </p:nvSpPr>
        <p:spPr>
          <a:xfrm>
            <a:off x="462407" y="5412059"/>
            <a:ext cx="892150" cy="258085"/>
          </a:xfrm>
          <a:prstGeom prst="rect">
            <a:avLst/>
          </a:prstGeom>
        </p:spPr>
        <p:txBody>
          <a:bodyPr vert="horz" lIns="0" tIns="45715" rIns="0" bIns="45715" rtlCol="0" anchor="ctr"/>
          <a:lstStyle>
            <a:lvl1pPr algn="l">
              <a:defRPr sz="80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 dirty="0"/>
              <a:t>SEITE </a:t>
            </a:r>
            <a:fld id="{BE3DC40E-DBBE-4E2D-9EEC-FBF0DA0E9179}" type="slidenum">
              <a:rPr lang="de-AT" smtClean="0"/>
              <a:pPr/>
              <a:t>‹#›</a:t>
            </a:fld>
            <a:endParaRPr lang="de-AT" dirty="0"/>
          </a:p>
        </p:txBody>
      </p:sp>
      <p:sp>
        <p:nvSpPr>
          <p:cNvPr id="7" name="Datumsplatzhalter 6"/>
          <p:cNvSpPr>
            <a:spLocks noGrp="1"/>
          </p:cNvSpPr>
          <p:nvPr userDrawn="1">
            <p:ph type="dt" sz="half" idx="2"/>
          </p:nvPr>
        </p:nvSpPr>
        <p:spPr>
          <a:xfrm>
            <a:off x="5745181" y="5412059"/>
            <a:ext cx="987407" cy="258085"/>
          </a:xfrm>
          <a:prstGeom prst="rect">
            <a:avLst/>
          </a:prstGeom>
        </p:spPr>
        <p:txBody>
          <a:bodyPr vert="horz" lIns="0" tIns="45715" rIns="0" bIns="45715" rtlCol="0" anchor="ctr"/>
          <a:lstStyle>
            <a:lvl1pPr algn="r">
              <a:defRPr lang="de-DE" sz="800" kern="1200" cap="all" baseline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EF16FBD4-A1A0-4C0D-8ECA-591A550A295A}" type="datetime1">
              <a:rPr lang="de-AT" smtClean="0"/>
              <a:pPr/>
              <a:t>17.12.25</a:t>
            </a:fld>
            <a:endParaRPr lang="de-AT" dirty="0"/>
          </a:p>
        </p:txBody>
      </p:sp>
      <p:sp>
        <p:nvSpPr>
          <p:cNvPr id="18" name="Rechteck 17"/>
          <p:cNvSpPr/>
          <p:nvPr userDrawn="1"/>
        </p:nvSpPr>
        <p:spPr bwMode="gray">
          <a:xfrm>
            <a:off x="0" y="1043522"/>
            <a:ext cx="9144000" cy="25200"/>
          </a:xfrm>
          <a:prstGeom prst="rect">
            <a:avLst/>
          </a:prstGeom>
          <a:solidFill>
            <a:srgbClr val="0C94B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      </a:t>
            </a:r>
          </a:p>
        </p:txBody>
      </p:sp>
      <p:sp>
        <p:nvSpPr>
          <p:cNvPr id="15" name="Titelplatzhalter 14"/>
          <p:cNvSpPr>
            <a:spLocks noGrp="1"/>
          </p:cNvSpPr>
          <p:nvPr userDrawn="1">
            <p:ph type="title"/>
          </p:nvPr>
        </p:nvSpPr>
        <p:spPr bwMode="auto">
          <a:xfrm>
            <a:off x="462408" y="139700"/>
            <a:ext cx="6840000" cy="90382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de-AT" dirty="0"/>
              <a:t>Titelmasterformat durch </a:t>
            </a:r>
            <a:br>
              <a:rPr lang="de-AT" dirty="0"/>
            </a:br>
            <a:r>
              <a:rPr lang="de-AT" dirty="0"/>
              <a:t>Klicken bearbeiten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229F41FE-2827-48CB-9F30-E0C597752410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613" y="5359721"/>
            <a:ext cx="1318058" cy="2121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1" r:id="rId2"/>
    <p:sldLayoutId id="2147483663" r:id="rId3"/>
    <p:sldLayoutId id="2147483675" r:id="rId4"/>
    <p:sldLayoutId id="2147483676" r:id="rId5"/>
    <p:sldLayoutId id="2147483686" r:id="rId6"/>
    <p:sldLayoutId id="2147483687" r:id="rId7"/>
    <p:sldLayoutId id="2147483681" r:id="rId8"/>
    <p:sldLayoutId id="2147483682" r:id="rId9"/>
    <p:sldLayoutId id="2147483688" r:id="rId10"/>
    <p:sldLayoutId id="2147483691" r:id="rId11"/>
    <p:sldLayoutId id="2147483664" r:id="rId12"/>
    <p:sldLayoutId id="2147483667" r:id="rId13"/>
    <p:sldLayoutId id="2147483668" r:id="rId14"/>
    <p:sldLayoutId id="2147483670" r:id="rId15"/>
  </p:sldLayoutIdLst>
  <p:transition>
    <p:fade/>
  </p:transition>
  <p:hf hdr="0" dt="0"/>
  <p:txStyles>
    <p:titleStyle>
      <a:lvl1pPr algn="l" defTabSz="914306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Georgia" charset="0"/>
          <a:ea typeface="Georgia" charset="0"/>
          <a:cs typeface="Georgia" charset="0"/>
        </a:defRPr>
      </a:lvl1pPr>
    </p:titleStyle>
    <p:bodyStyle>
      <a:lvl1pPr marL="266700" indent="-266700" algn="l" defTabSz="914306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39750" indent="-273050" algn="l" defTabSz="914306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accent1"/>
        </a:buClr>
        <a:buSzPct val="100000"/>
        <a:buFont typeface="Wingdings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14388" indent="-273050" algn="l" defTabSz="914306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accent1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74738" indent="-266700" algn="l" defTabSz="914306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accent1"/>
        </a:buClr>
        <a:buFont typeface="Wingdings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41438" indent="-263525" algn="l" defTabSz="914306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accent1"/>
        </a:buClr>
        <a:buFont typeface="Wingdings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3" indent="-228577" algn="l" defTabSz="9143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96" indent="-228577" algn="l" defTabSz="9143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0" indent="-228577" algn="l" defTabSz="9143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03" indent="-228577" algn="l" defTabSz="9143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3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6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0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3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67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0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73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27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880" userDrawn="1">
          <p15:clr>
            <a:srgbClr val="F26B43"/>
          </p15:clr>
        </p15:guide>
        <p15:guide id="3" pos="288" userDrawn="1">
          <p15:clr>
            <a:srgbClr val="F26B43"/>
          </p15:clr>
        </p15:guide>
        <p15:guide id="4" pos="5179" userDrawn="1">
          <p15:clr>
            <a:srgbClr val="F26B43"/>
          </p15:clr>
        </p15:guide>
        <p15:guide id="5" pos="5467" userDrawn="1">
          <p15:clr>
            <a:srgbClr val="F26B43"/>
          </p15:clr>
        </p15:guide>
        <p15:guide id="7" orient="horz" pos="3278" userDrawn="1">
          <p15:clr>
            <a:srgbClr val="F26B43"/>
          </p15:clr>
        </p15:guide>
        <p15:guide id="9" orient="horz" pos="182" userDrawn="1">
          <p15:clr>
            <a:srgbClr val="F26B43"/>
          </p15:clr>
        </p15:guide>
        <p15:guide id="10" orient="horz" pos="847" userDrawn="1">
          <p15:clr>
            <a:srgbClr val="F26B43"/>
          </p15:clr>
        </p15:guide>
        <p15:guide id="11" orient="horz" pos="351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 sz="2600" b="0" dirty="0" err="1"/>
              <a:t>Explaining</a:t>
            </a:r>
            <a:r>
              <a:rPr lang="de-AT" sz="2600" b="0" dirty="0"/>
              <a:t> and </a:t>
            </a:r>
            <a:r>
              <a:rPr lang="de-AT" sz="2600" b="0" dirty="0" err="1"/>
              <a:t>Predicting</a:t>
            </a:r>
            <a:r>
              <a:rPr lang="de-AT" sz="2600" b="0" dirty="0"/>
              <a:t> Oil Prices </a:t>
            </a:r>
            <a:r>
              <a:rPr lang="de-AT" sz="2600" b="0" dirty="0" err="1"/>
              <a:t>Using</a:t>
            </a:r>
            <a:r>
              <a:rPr lang="de-AT" sz="2600" b="0" dirty="0"/>
              <a:t> OPEC Communication</a:t>
            </a:r>
            <a:endParaRPr lang="de-AT" sz="260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1"/>
          </p:nvPr>
        </p:nvSpPr>
        <p:spPr>
          <a:xfrm>
            <a:off x="287338" y="2695204"/>
            <a:ext cx="3392933" cy="925995"/>
          </a:xfrm>
        </p:spPr>
        <p:txBody>
          <a:bodyPr tIns="108000" bIns="108000"/>
          <a:lstStyle/>
          <a:p>
            <a:r>
              <a:rPr lang="de-AT" dirty="0"/>
              <a:t>Krisztina Gyarmati</a:t>
            </a:r>
          </a:p>
          <a:p>
            <a:r>
              <a:rPr lang="de-AT" dirty="0"/>
              <a:t>Wilhelm Hartung</a:t>
            </a:r>
          </a:p>
          <a:p>
            <a:r>
              <a:rPr lang="de-AT" dirty="0"/>
              <a:t>Leo </a:t>
            </a:r>
            <a:r>
              <a:rPr lang="de-AT" dirty="0" err="1"/>
              <a:t>Sturmlechner</a:t>
            </a:r>
            <a:endParaRPr lang="de-AT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AT" dirty="0" err="1"/>
              <a:t>December</a:t>
            </a:r>
            <a:r>
              <a:rPr lang="de-AT" dirty="0"/>
              <a:t> 2025</a:t>
            </a:r>
          </a:p>
        </p:txBody>
      </p:sp>
      <p:sp>
        <p:nvSpPr>
          <p:cNvPr id="2" name="Textplatzhalter 7">
            <a:extLst>
              <a:ext uri="{FF2B5EF4-FFF2-40B4-BE49-F238E27FC236}">
                <a16:creationId xmlns:a16="http://schemas.microsoft.com/office/drawing/2014/main" id="{8186CB07-7D11-7678-034B-0D55A65CE03A}"/>
              </a:ext>
            </a:extLst>
          </p:cNvPr>
          <p:cNvSpPr txBox="1">
            <a:spLocks/>
          </p:cNvSpPr>
          <p:nvPr/>
        </p:nvSpPr>
        <p:spPr bwMode="auto">
          <a:xfrm>
            <a:off x="287337" y="3677956"/>
            <a:ext cx="3392933" cy="556664"/>
          </a:xfrm>
          <a:prstGeom prst="rect">
            <a:avLst/>
          </a:prstGeom>
          <a:solidFill>
            <a:schemeClr val="tx2">
              <a:alpha val="90000"/>
            </a:schemeClr>
          </a:solidFill>
        </p:spPr>
        <p:txBody>
          <a:bodyPr vert="horz" wrap="square" lIns="324000" tIns="108000" rIns="324000" bIns="108000" rtlCol="0" anchor="t" anchorCtr="0">
            <a:spAutoFit/>
          </a:bodyPr>
          <a:lstStyle>
            <a:lvl1pPr indent="0" defTabSz="91430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charset="2"/>
              <a:buNone/>
              <a:defRPr lang="de-DE" sz="1200" baseline="0" dirty="0" smtClean="0"/>
            </a:lvl1pPr>
            <a:lvl2pPr marL="539750" indent="-273050" defTabSz="914306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  <a:buSzPct val="100000"/>
              <a:buFont typeface="Wingdings" charset="2"/>
              <a:buChar char="§"/>
              <a:defRPr sz="1500"/>
            </a:lvl2pPr>
            <a:lvl3pPr marL="814388" indent="-273050" defTabSz="914306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  <a:buFont typeface="Wingdings" charset="2"/>
              <a:buChar char="§"/>
              <a:defRPr sz="1400"/>
            </a:lvl3pPr>
            <a:lvl4pPr marL="1074738" indent="-266700" defTabSz="914306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  <a:buFont typeface="Wingdings" charset="2"/>
              <a:buChar char="§"/>
              <a:defRPr sz="1200"/>
            </a:lvl4pPr>
            <a:lvl5pPr marL="1341438" indent="-263525" defTabSz="914306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  <a:buFont typeface="Wingdings" charset="2"/>
              <a:buChar char="§"/>
              <a:defRPr sz="1200"/>
            </a:lvl5pPr>
            <a:lvl6pPr marL="2514343" indent="-228577" defTabSz="914306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496" indent="-228577" defTabSz="914306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8650" indent="-228577" defTabSz="914306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5803" indent="-228577" defTabSz="914306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>
              <a:spcAft>
                <a:spcPts val="0"/>
              </a:spcAft>
            </a:pPr>
            <a:r>
              <a:rPr lang="de-AT" sz="1100" dirty="0">
                <a:solidFill>
                  <a:schemeClr val="bg1"/>
                </a:solidFill>
              </a:rPr>
              <a:t>R&amp;P Seminar</a:t>
            </a:r>
          </a:p>
          <a:p>
            <a:pPr>
              <a:spcAft>
                <a:spcPts val="0"/>
              </a:spcAft>
            </a:pPr>
            <a:r>
              <a:rPr lang="de-AT" sz="1100" dirty="0">
                <a:solidFill>
                  <a:schemeClr val="bg1"/>
                </a:solidFill>
              </a:rPr>
              <a:t>Money </a:t>
            </a:r>
            <a:r>
              <a:rPr lang="de-AT" sz="1100" dirty="0" err="1">
                <a:solidFill>
                  <a:schemeClr val="bg1"/>
                </a:solidFill>
              </a:rPr>
              <a:t>Credit</a:t>
            </a:r>
            <a:r>
              <a:rPr lang="de-AT" sz="1100" dirty="0">
                <a:solidFill>
                  <a:schemeClr val="bg1"/>
                </a:solidFill>
              </a:rPr>
              <a:t> &amp; Finance</a:t>
            </a:r>
          </a:p>
        </p:txBody>
      </p:sp>
    </p:spTree>
    <p:extLst>
      <p:ext uri="{BB962C8B-B14F-4D97-AF65-F5344CB8AC3E}">
        <p14:creationId xmlns:p14="http://schemas.microsoft.com/office/powerpoint/2010/main" val="198723101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">
            <a:extLst>
              <a:ext uri="{FF2B5EF4-FFF2-40B4-BE49-F238E27FC236}">
                <a16:creationId xmlns:a16="http://schemas.microsoft.com/office/drawing/2014/main" id="{CA821FFA-59D1-1C8F-0DB5-C74568852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019" y="1344613"/>
            <a:ext cx="7759644" cy="3853905"/>
          </a:xfrm>
        </p:spPr>
        <p:txBody>
          <a:bodyPr/>
          <a:lstStyle/>
          <a:p>
            <a:pPr marL="0" indent="0">
              <a:buNone/>
            </a:pPr>
            <a:r>
              <a:rPr lang="de-DE" b="1" dirty="0"/>
              <a:t>Research </a:t>
            </a:r>
            <a:r>
              <a:rPr lang="de-DE" b="1" dirty="0" err="1"/>
              <a:t>Objective</a:t>
            </a:r>
            <a:endParaRPr lang="de-DE" b="1" dirty="0"/>
          </a:p>
          <a:p>
            <a:r>
              <a:rPr lang="de-AT" dirty="0" err="1"/>
              <a:t>Explain</a:t>
            </a:r>
            <a:r>
              <a:rPr lang="de-AT" dirty="0"/>
              <a:t> in-sample </a:t>
            </a:r>
            <a:r>
              <a:rPr lang="de-AT" dirty="0" err="1"/>
              <a:t>oil</a:t>
            </a:r>
            <a:r>
              <a:rPr lang="de-AT" dirty="0"/>
              <a:t> </a:t>
            </a:r>
            <a:r>
              <a:rPr lang="de-AT" dirty="0" err="1"/>
              <a:t>price</a:t>
            </a:r>
            <a:r>
              <a:rPr lang="de-AT" dirty="0"/>
              <a:t> </a:t>
            </a:r>
            <a:r>
              <a:rPr lang="de-AT" dirty="0" err="1"/>
              <a:t>movements</a:t>
            </a:r>
            <a:r>
              <a:rPr lang="de-AT" dirty="0"/>
              <a:t> and </a:t>
            </a:r>
            <a:r>
              <a:rPr lang="de-AT" dirty="0" err="1"/>
              <a:t>assess</a:t>
            </a:r>
            <a:r>
              <a:rPr lang="de-AT" dirty="0"/>
              <a:t> out-</a:t>
            </a:r>
            <a:r>
              <a:rPr lang="de-AT" dirty="0" err="1"/>
              <a:t>of</a:t>
            </a:r>
            <a:r>
              <a:rPr lang="de-AT" dirty="0"/>
              <a:t>-sample </a:t>
            </a:r>
            <a:r>
              <a:rPr lang="de-AT" dirty="0" err="1"/>
              <a:t>predictability</a:t>
            </a:r>
            <a:r>
              <a:rPr lang="de-AT" dirty="0"/>
              <a:t> </a:t>
            </a:r>
            <a:r>
              <a:rPr lang="de-AT" dirty="0" err="1"/>
              <a:t>using</a:t>
            </a:r>
            <a:r>
              <a:rPr lang="de-AT" dirty="0"/>
              <a:t> a </a:t>
            </a:r>
            <a:r>
              <a:rPr lang="de-AT" dirty="0" err="1"/>
              <a:t>combination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:</a:t>
            </a:r>
          </a:p>
          <a:p>
            <a:pPr lvl="1">
              <a:buFont typeface="Wingdings" pitchFamily="2" charset="2"/>
              <a:buChar char="Ø"/>
            </a:pPr>
            <a:r>
              <a:rPr lang="de-DE" dirty="0" err="1"/>
              <a:t>Textual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OPEC </a:t>
            </a:r>
            <a:r>
              <a:rPr lang="de-DE" dirty="0" err="1"/>
              <a:t>communications</a:t>
            </a:r>
            <a:r>
              <a:rPr lang="de-DE" dirty="0"/>
              <a:t> </a:t>
            </a:r>
          </a:p>
          <a:p>
            <a:pPr lvl="1">
              <a:buFont typeface="Wingdings" pitchFamily="2" charset="2"/>
              <a:buChar char="Ø"/>
            </a:pPr>
            <a:r>
              <a:rPr lang="de-DE" dirty="0" err="1"/>
              <a:t>Numerical</a:t>
            </a:r>
            <a:r>
              <a:rPr lang="de-DE" dirty="0"/>
              <a:t> </a:t>
            </a:r>
            <a:r>
              <a:rPr lang="de-DE" dirty="0" err="1"/>
              <a:t>oil</a:t>
            </a:r>
            <a:r>
              <a:rPr lang="de-DE" dirty="0"/>
              <a:t> </a:t>
            </a:r>
            <a:r>
              <a:rPr lang="de-DE" dirty="0" err="1"/>
              <a:t>market</a:t>
            </a:r>
            <a:r>
              <a:rPr lang="de-DE" dirty="0"/>
              <a:t> </a:t>
            </a:r>
            <a:r>
              <a:rPr lang="de-DE" dirty="0" err="1"/>
              <a:t>fundamentals</a:t>
            </a:r>
            <a:endParaRPr lang="de-DE" dirty="0"/>
          </a:p>
          <a:p>
            <a:pPr marL="266700" lvl="1" indent="0">
              <a:buNone/>
            </a:pPr>
            <a:endParaRPr lang="de-AT" dirty="0"/>
          </a:p>
          <a:p>
            <a:pPr marL="0" indent="0">
              <a:buNone/>
            </a:pPr>
            <a:r>
              <a:rPr lang="de-AT" b="1" dirty="0"/>
              <a:t>Basic Idea </a:t>
            </a:r>
          </a:p>
          <a:p>
            <a:r>
              <a:rPr lang="de-AT" dirty="0"/>
              <a:t>OPEC </a:t>
            </a:r>
            <a:r>
              <a:rPr lang="de-AT" dirty="0" err="1"/>
              <a:t>communication</a:t>
            </a:r>
            <a:r>
              <a:rPr lang="de-AT" dirty="0"/>
              <a:t> </a:t>
            </a:r>
            <a:r>
              <a:rPr lang="de-AT" dirty="0" err="1"/>
              <a:t>conveys</a:t>
            </a:r>
            <a:r>
              <a:rPr lang="de-AT" dirty="0"/>
              <a:t> </a:t>
            </a:r>
            <a:r>
              <a:rPr lang="de-AT" dirty="0" err="1"/>
              <a:t>information</a:t>
            </a:r>
            <a:r>
              <a:rPr lang="de-AT" dirty="0"/>
              <a:t> </a:t>
            </a:r>
            <a:r>
              <a:rPr lang="de-AT" dirty="0" err="1"/>
              <a:t>about</a:t>
            </a:r>
            <a:r>
              <a:rPr lang="de-AT" dirty="0"/>
              <a:t> </a:t>
            </a:r>
            <a:r>
              <a:rPr lang="de-AT" dirty="0" err="1"/>
              <a:t>supply</a:t>
            </a:r>
            <a:r>
              <a:rPr lang="de-AT" dirty="0"/>
              <a:t> </a:t>
            </a:r>
            <a:r>
              <a:rPr lang="de-AT" dirty="0" err="1"/>
              <a:t>intentions</a:t>
            </a:r>
            <a:r>
              <a:rPr lang="de-AT" dirty="0"/>
              <a:t>, </a:t>
            </a:r>
            <a:r>
              <a:rPr lang="de-AT" dirty="0" err="1"/>
              <a:t>expectations</a:t>
            </a:r>
            <a:r>
              <a:rPr lang="de-AT" dirty="0"/>
              <a:t>, and </a:t>
            </a:r>
            <a:r>
              <a:rPr lang="de-AT" dirty="0" err="1"/>
              <a:t>market</a:t>
            </a:r>
            <a:r>
              <a:rPr lang="de-AT" dirty="0"/>
              <a:t> </a:t>
            </a:r>
            <a:r>
              <a:rPr lang="de-AT" dirty="0" err="1"/>
              <a:t>conditions</a:t>
            </a:r>
            <a:endParaRPr lang="de-AT" dirty="0"/>
          </a:p>
          <a:p>
            <a:r>
              <a:rPr lang="de-AT" dirty="0" err="1"/>
              <a:t>We</a:t>
            </a:r>
            <a:r>
              <a:rPr lang="de-AT" dirty="0"/>
              <a:t> </a:t>
            </a:r>
            <a:r>
              <a:rPr lang="de-AT" dirty="0" err="1"/>
              <a:t>examine</a:t>
            </a:r>
            <a:r>
              <a:rPr lang="de-AT" dirty="0"/>
              <a:t> </a:t>
            </a:r>
            <a:r>
              <a:rPr lang="de-AT" dirty="0" err="1"/>
              <a:t>whether</a:t>
            </a:r>
            <a:r>
              <a:rPr lang="de-AT" dirty="0"/>
              <a:t> </a:t>
            </a:r>
            <a:r>
              <a:rPr lang="de-AT" dirty="0" err="1"/>
              <a:t>textual</a:t>
            </a:r>
            <a:r>
              <a:rPr lang="de-AT" dirty="0"/>
              <a:t> </a:t>
            </a:r>
            <a:r>
              <a:rPr lang="de-AT" dirty="0" err="1"/>
              <a:t>signals</a:t>
            </a:r>
            <a:r>
              <a:rPr lang="de-AT" dirty="0"/>
              <a:t> </a:t>
            </a:r>
            <a:r>
              <a:rPr lang="de-AT" dirty="0" err="1"/>
              <a:t>from</a:t>
            </a:r>
            <a:r>
              <a:rPr lang="de-AT" dirty="0"/>
              <a:t> OPEC </a:t>
            </a:r>
            <a:r>
              <a:rPr lang="de-AT" dirty="0" err="1"/>
              <a:t>add</a:t>
            </a:r>
            <a:r>
              <a:rPr lang="de-AT" dirty="0"/>
              <a:t> </a:t>
            </a:r>
            <a:r>
              <a:rPr lang="de-AT" dirty="0" err="1"/>
              <a:t>explanatory</a:t>
            </a:r>
            <a:r>
              <a:rPr lang="de-AT" dirty="0"/>
              <a:t> and </a:t>
            </a:r>
            <a:r>
              <a:rPr lang="de-AT" dirty="0" err="1"/>
              <a:t>predictive</a:t>
            </a:r>
            <a:r>
              <a:rPr lang="de-AT" dirty="0"/>
              <a:t> power </a:t>
            </a:r>
            <a:r>
              <a:rPr lang="de-AT" dirty="0" err="1"/>
              <a:t>beyond</a:t>
            </a:r>
            <a:r>
              <a:rPr lang="de-AT" dirty="0"/>
              <a:t> </a:t>
            </a:r>
            <a:r>
              <a:rPr lang="de-AT" dirty="0" err="1"/>
              <a:t>standard</a:t>
            </a:r>
            <a:r>
              <a:rPr lang="de-AT" dirty="0"/>
              <a:t> </a:t>
            </a:r>
            <a:r>
              <a:rPr lang="de-AT" dirty="0" err="1"/>
              <a:t>numerical</a:t>
            </a:r>
            <a:r>
              <a:rPr lang="de-AT" dirty="0"/>
              <a:t> variables</a:t>
            </a:r>
          </a:p>
          <a:p>
            <a:endParaRPr lang="en-US" dirty="0"/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21178432-130D-F9C5-4078-B20001A3E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54561" y="5412059"/>
            <a:ext cx="3217443" cy="258085"/>
          </a:xfrm>
        </p:spPr>
        <p:txBody>
          <a:bodyPr/>
          <a:lstStyle/>
          <a:p>
            <a:pPr>
              <a:spcAft>
                <a:spcPts val="600"/>
              </a:spcAft>
            </a:pPr>
            <a:endParaRPr lang="de-AT" dirty="0"/>
          </a:p>
        </p:txBody>
      </p:sp>
      <p:sp>
        <p:nvSpPr>
          <p:cNvPr id="21" name="Slide Number Placeholder 3">
            <a:extLst>
              <a:ext uri="{FF2B5EF4-FFF2-40B4-BE49-F238E27FC236}">
                <a16:creationId xmlns:a16="http://schemas.microsoft.com/office/drawing/2014/main" id="{71FE2D80-1ACF-6194-E88D-A2A503CBD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2407" y="5412059"/>
            <a:ext cx="892150" cy="25808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de-AT"/>
              <a:t>SEITE </a:t>
            </a:r>
            <a:fld id="{BE3DC40E-DBBE-4E2D-9EEC-FBF0DA0E9179}" type="slidenum">
              <a:rPr lang="de-AT" smtClean="0"/>
              <a:pPr>
                <a:spcAft>
                  <a:spcPts val="600"/>
                </a:spcAft>
              </a:pPr>
              <a:t>2</a:t>
            </a:fld>
            <a:endParaRPr lang="de-AT"/>
          </a:p>
        </p:txBody>
      </p:sp>
      <p:sp>
        <p:nvSpPr>
          <p:cNvPr id="23" name="Title 4">
            <a:extLst>
              <a:ext uri="{FF2B5EF4-FFF2-40B4-BE49-F238E27FC236}">
                <a16:creationId xmlns:a16="http://schemas.microsoft.com/office/drawing/2014/main" id="{442026F3-F007-9C2F-1168-24A0682D2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08" y="139700"/>
            <a:ext cx="6840000" cy="903822"/>
          </a:xfrm>
        </p:spPr>
        <p:txBody>
          <a:bodyPr/>
          <a:lstStyle/>
          <a:p>
            <a:r>
              <a:rPr lang="de-AT" dirty="0"/>
              <a:t>Research Question &amp; Basic Idea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41401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9DEC63E-DFE0-4CAD-60D0-EEFED73CE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de-DE" sz="2900" b="1" dirty="0" err="1"/>
              <a:t>Textual</a:t>
            </a:r>
            <a:r>
              <a:rPr lang="de-DE" sz="2900" b="1" dirty="0"/>
              <a:t> Corpus</a:t>
            </a:r>
          </a:p>
          <a:p>
            <a:r>
              <a:rPr lang="de-AT" sz="2900" dirty="0"/>
              <a:t>OPEC </a:t>
            </a:r>
            <a:r>
              <a:rPr lang="de-AT" sz="2900" dirty="0" err="1"/>
              <a:t>official</a:t>
            </a:r>
            <a:r>
              <a:rPr lang="de-AT" sz="2900" dirty="0"/>
              <a:t> </a:t>
            </a:r>
            <a:r>
              <a:rPr lang="de-AT" sz="2900" dirty="0" err="1"/>
              <a:t>speeches</a:t>
            </a:r>
            <a:r>
              <a:rPr lang="de-AT" sz="2900" dirty="0"/>
              <a:t> and press </a:t>
            </a:r>
            <a:r>
              <a:rPr lang="de-AT" sz="2900" dirty="0" err="1"/>
              <a:t>releases</a:t>
            </a:r>
            <a:endParaRPr lang="de-AT" sz="2900" dirty="0"/>
          </a:p>
          <a:p>
            <a:r>
              <a:rPr lang="de-DE" sz="2900" dirty="0"/>
              <a:t>Time span: 2003-2025</a:t>
            </a:r>
          </a:p>
          <a:p>
            <a:r>
              <a:rPr lang="de-DE" sz="2900" dirty="0"/>
              <a:t>391 </a:t>
            </a:r>
            <a:r>
              <a:rPr lang="de-DE" sz="2900" dirty="0" err="1"/>
              <a:t>speeches</a:t>
            </a:r>
            <a:r>
              <a:rPr lang="de-DE" sz="2900" dirty="0"/>
              <a:t> and 572 press </a:t>
            </a:r>
            <a:r>
              <a:rPr lang="de-DE" sz="2900" dirty="0" err="1"/>
              <a:t>releases</a:t>
            </a:r>
            <a:endParaRPr lang="de-DE" sz="2900" dirty="0"/>
          </a:p>
          <a:p>
            <a:pPr lvl="1">
              <a:buFont typeface="Wingdings" pitchFamily="2" charset="2"/>
              <a:buChar char="Ø"/>
            </a:pPr>
            <a:endParaRPr lang="de-DE" sz="2900" dirty="0"/>
          </a:p>
          <a:p>
            <a:pPr marL="0" indent="0">
              <a:buNone/>
            </a:pPr>
            <a:r>
              <a:rPr lang="de-DE" sz="2900" b="1" dirty="0" err="1"/>
              <a:t>Numerical</a:t>
            </a:r>
            <a:r>
              <a:rPr lang="de-DE" sz="2900" b="1" dirty="0"/>
              <a:t> Data</a:t>
            </a:r>
          </a:p>
          <a:p>
            <a:r>
              <a:rPr lang="de-AT" sz="2900" dirty="0"/>
              <a:t>Oil </a:t>
            </a:r>
            <a:r>
              <a:rPr lang="de-AT" sz="2900" dirty="0" err="1"/>
              <a:t>supply</a:t>
            </a:r>
            <a:r>
              <a:rPr lang="de-AT" sz="2900" dirty="0"/>
              <a:t> and </a:t>
            </a:r>
            <a:r>
              <a:rPr lang="de-AT" sz="2900" dirty="0" err="1"/>
              <a:t>demand</a:t>
            </a:r>
            <a:endParaRPr lang="de-AT" sz="2900" dirty="0"/>
          </a:p>
          <a:p>
            <a:r>
              <a:rPr lang="de-AT" sz="2900" dirty="0"/>
              <a:t>Oil </a:t>
            </a:r>
            <a:r>
              <a:rPr lang="de-AT" sz="2900" dirty="0" err="1"/>
              <a:t>inventories</a:t>
            </a:r>
            <a:r>
              <a:rPr lang="de-AT" sz="2900" dirty="0"/>
              <a:t> and </a:t>
            </a:r>
            <a:r>
              <a:rPr lang="de-AT" sz="2900" dirty="0" err="1"/>
              <a:t>consumption</a:t>
            </a:r>
            <a:endParaRPr lang="de-AT" sz="2900" dirty="0"/>
          </a:p>
          <a:p>
            <a:r>
              <a:rPr lang="de-AT" sz="2900" dirty="0" err="1"/>
              <a:t>Weather</a:t>
            </a:r>
            <a:r>
              <a:rPr lang="de-AT" sz="2900" dirty="0"/>
              <a:t> Data </a:t>
            </a:r>
          </a:p>
          <a:p>
            <a:r>
              <a:rPr lang="de-AT" sz="2900" dirty="0"/>
              <a:t>Etc.</a:t>
            </a:r>
          </a:p>
          <a:p>
            <a:endParaRPr lang="de-AT" sz="2900" dirty="0"/>
          </a:p>
          <a:p>
            <a:pPr marL="0" indent="0">
              <a:buNone/>
            </a:pPr>
            <a:r>
              <a:rPr lang="de-AT" sz="2900" b="1" dirty="0"/>
              <a:t>Approach</a:t>
            </a:r>
            <a:endParaRPr lang="de-AT" sz="2900" dirty="0"/>
          </a:p>
          <a:p>
            <a:r>
              <a:rPr lang="de-AT" sz="2900" dirty="0"/>
              <a:t>Extract </a:t>
            </a:r>
            <a:r>
              <a:rPr lang="de-AT" sz="2900" dirty="0" err="1"/>
              <a:t>textual</a:t>
            </a:r>
            <a:r>
              <a:rPr lang="de-AT" sz="2900" dirty="0"/>
              <a:t> </a:t>
            </a:r>
            <a:r>
              <a:rPr lang="de-AT" sz="2900" dirty="0" err="1"/>
              <a:t>features</a:t>
            </a:r>
            <a:r>
              <a:rPr lang="de-AT" sz="2900" dirty="0"/>
              <a:t> </a:t>
            </a:r>
            <a:r>
              <a:rPr lang="de-AT" sz="2900" dirty="0" err="1"/>
              <a:t>from</a:t>
            </a:r>
            <a:r>
              <a:rPr lang="de-AT" sz="2900" dirty="0"/>
              <a:t> OPEC </a:t>
            </a:r>
            <a:r>
              <a:rPr lang="de-AT" sz="2900" dirty="0" err="1"/>
              <a:t>communication</a:t>
            </a:r>
            <a:endParaRPr lang="de-AT" sz="2900" dirty="0"/>
          </a:p>
          <a:p>
            <a:r>
              <a:rPr lang="de-AT" sz="2900" dirty="0"/>
              <a:t>Combine text-</a:t>
            </a:r>
            <a:r>
              <a:rPr lang="de-AT" sz="2900" dirty="0" err="1"/>
              <a:t>based</a:t>
            </a:r>
            <a:r>
              <a:rPr lang="de-AT" sz="2900" dirty="0"/>
              <a:t> </a:t>
            </a:r>
            <a:r>
              <a:rPr lang="de-AT" sz="2900" dirty="0" err="1"/>
              <a:t>measures</a:t>
            </a:r>
            <a:r>
              <a:rPr lang="de-AT" sz="2900" dirty="0"/>
              <a:t> </a:t>
            </a:r>
            <a:r>
              <a:rPr lang="de-AT" sz="2900" dirty="0" err="1"/>
              <a:t>with</a:t>
            </a:r>
            <a:r>
              <a:rPr lang="de-AT" sz="2900" dirty="0"/>
              <a:t> </a:t>
            </a:r>
            <a:r>
              <a:rPr lang="de-AT" sz="2900" dirty="0" err="1"/>
              <a:t>numerical</a:t>
            </a:r>
            <a:r>
              <a:rPr lang="de-AT" sz="2900" dirty="0"/>
              <a:t> </a:t>
            </a:r>
            <a:r>
              <a:rPr lang="de-AT" sz="2900" dirty="0" err="1"/>
              <a:t>oil</a:t>
            </a:r>
            <a:r>
              <a:rPr lang="de-AT" sz="2900" dirty="0"/>
              <a:t> </a:t>
            </a:r>
            <a:r>
              <a:rPr lang="de-AT" sz="2900" dirty="0" err="1"/>
              <a:t>market</a:t>
            </a:r>
            <a:r>
              <a:rPr lang="de-AT" sz="2900" dirty="0"/>
              <a:t> </a:t>
            </a:r>
            <a:r>
              <a:rPr lang="de-AT" sz="2900" dirty="0" err="1"/>
              <a:t>fundamentals</a:t>
            </a:r>
            <a:endParaRPr lang="de-AT" sz="2900" dirty="0"/>
          </a:p>
          <a:p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B3285FD-81FB-8D8C-3971-F4E9FE0C7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084FA26-BE6E-17DB-73A9-4D44E4E7A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AT"/>
              <a:t>SEITE </a:t>
            </a:r>
            <a:fld id="{BE3DC40E-DBBE-4E2D-9EEC-FBF0DA0E9179}" type="slidenum">
              <a:rPr lang="de-AT" smtClean="0"/>
              <a:t>3</a:t>
            </a:fld>
            <a:endParaRPr lang="de-AT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86ACBAB9-E9A7-F911-DBF8-A65D59160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Data &amp; Corpus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2806441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C2549C2-B3B3-ACC9-53E1-E1F373AED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e-DE" b="1" dirty="0"/>
              <a:t>Models</a:t>
            </a:r>
          </a:p>
          <a:p>
            <a:r>
              <a:rPr lang="de-DE" dirty="0" err="1"/>
              <a:t>Penalized</a:t>
            </a:r>
            <a:r>
              <a:rPr lang="de-DE" dirty="0"/>
              <a:t> </a:t>
            </a:r>
            <a:r>
              <a:rPr lang="de-DE" dirty="0" err="1"/>
              <a:t>regression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 like Lasso &amp; Ridge</a:t>
            </a:r>
          </a:p>
          <a:p>
            <a:r>
              <a:rPr lang="de-DE" dirty="0"/>
              <a:t>Hybrid </a:t>
            </a:r>
            <a:r>
              <a:rPr lang="de-DE" dirty="0" err="1"/>
              <a:t>models</a:t>
            </a:r>
            <a:r>
              <a:rPr lang="de-DE" dirty="0"/>
              <a:t> </a:t>
            </a:r>
            <a:r>
              <a:rPr lang="de-DE" dirty="0" err="1"/>
              <a:t>combinning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time </a:t>
            </a:r>
            <a:r>
              <a:rPr lang="de-DE" dirty="0" err="1"/>
              <a:t>series</a:t>
            </a:r>
            <a:r>
              <a:rPr lang="de-DE" dirty="0"/>
              <a:t>:</a:t>
            </a:r>
          </a:p>
          <a:p>
            <a:pPr lvl="1">
              <a:buFont typeface="Wingdings" pitchFamily="2" charset="2"/>
              <a:buChar char="Ø"/>
            </a:pPr>
            <a:r>
              <a:rPr lang="de-DE" dirty="0"/>
              <a:t>ARIMA-type </a:t>
            </a:r>
            <a:r>
              <a:rPr lang="de-DE" dirty="0" err="1"/>
              <a:t>specifications</a:t>
            </a:r>
            <a:r>
              <a:rPr lang="de-DE" dirty="0"/>
              <a:t> (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oil</a:t>
            </a:r>
            <a:r>
              <a:rPr lang="de-DE" dirty="0"/>
              <a:t> </a:t>
            </a:r>
            <a:r>
              <a:rPr lang="de-DE" dirty="0" err="1"/>
              <a:t>price</a:t>
            </a:r>
            <a:r>
              <a:rPr lang="de-DE" dirty="0"/>
              <a:t> </a:t>
            </a:r>
            <a:r>
              <a:rPr lang="de-DE" dirty="0" err="1"/>
              <a:t>dynamics</a:t>
            </a:r>
            <a:r>
              <a:rPr lang="de-DE" dirty="0"/>
              <a:t>)</a:t>
            </a:r>
          </a:p>
          <a:p>
            <a:pPr lvl="1">
              <a:buFont typeface="Wingdings" pitchFamily="2" charset="2"/>
              <a:buChar char="Ø"/>
            </a:pPr>
            <a:r>
              <a:rPr lang="de-DE" dirty="0"/>
              <a:t>GARCH-type </a:t>
            </a:r>
            <a:r>
              <a:rPr lang="de-DE" dirty="0" err="1"/>
              <a:t>models</a:t>
            </a:r>
            <a:r>
              <a:rPr lang="de-DE" dirty="0"/>
              <a:t> (</a:t>
            </a:r>
            <a:r>
              <a:rPr lang="de-DE" dirty="0" err="1"/>
              <a:t>capture</a:t>
            </a:r>
            <a:r>
              <a:rPr lang="de-DE" dirty="0"/>
              <a:t> </a:t>
            </a:r>
            <a:r>
              <a:rPr lang="de-DE" dirty="0" err="1"/>
              <a:t>oil</a:t>
            </a:r>
            <a:r>
              <a:rPr lang="de-DE" dirty="0"/>
              <a:t> </a:t>
            </a:r>
            <a:r>
              <a:rPr lang="de-DE" dirty="0" err="1"/>
              <a:t>price</a:t>
            </a:r>
            <a:r>
              <a:rPr lang="de-DE" dirty="0"/>
              <a:t> </a:t>
            </a:r>
            <a:r>
              <a:rPr lang="de-DE" dirty="0" err="1"/>
              <a:t>volatility</a:t>
            </a:r>
            <a:r>
              <a:rPr lang="de-DE" dirty="0"/>
              <a:t>)</a:t>
            </a:r>
          </a:p>
          <a:p>
            <a:r>
              <a:rPr lang="de-DE" dirty="0"/>
              <a:t>(Additional ML </a:t>
            </a:r>
            <a:r>
              <a:rPr lang="de-DE" dirty="0" err="1"/>
              <a:t>approaches</a:t>
            </a:r>
            <a:r>
              <a:rPr lang="de-DE" dirty="0"/>
              <a:t>)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b="1" dirty="0" err="1"/>
              <a:t>Closest</a:t>
            </a:r>
            <a:r>
              <a:rPr lang="de-DE" b="1" dirty="0"/>
              <a:t> Reference Papers</a:t>
            </a:r>
          </a:p>
          <a:p>
            <a:r>
              <a:rPr lang="de-DE" dirty="0" err="1"/>
              <a:t>Känzig</a:t>
            </a:r>
            <a:r>
              <a:rPr lang="de-DE" dirty="0"/>
              <a:t> (2020): Shows </a:t>
            </a:r>
            <a:r>
              <a:rPr lang="de-DE" dirty="0" err="1"/>
              <a:t>that</a:t>
            </a:r>
            <a:r>
              <a:rPr lang="de-DE" dirty="0"/>
              <a:t> OPEC </a:t>
            </a:r>
            <a:r>
              <a:rPr lang="de-DE" dirty="0" err="1"/>
              <a:t>announcements</a:t>
            </a:r>
            <a:r>
              <a:rPr lang="de-DE" dirty="0"/>
              <a:t> </a:t>
            </a:r>
            <a:r>
              <a:rPr lang="de-DE" dirty="0" err="1"/>
              <a:t>generate</a:t>
            </a:r>
            <a:r>
              <a:rPr lang="de-DE" dirty="0"/>
              <a:t> </a:t>
            </a:r>
            <a:r>
              <a:rPr lang="de-DE" dirty="0" err="1"/>
              <a:t>oil</a:t>
            </a:r>
            <a:r>
              <a:rPr lang="de-DE" dirty="0"/>
              <a:t> </a:t>
            </a:r>
            <a:r>
              <a:rPr lang="de-DE" dirty="0" err="1"/>
              <a:t>supply</a:t>
            </a:r>
            <a:r>
              <a:rPr lang="de-DE" dirty="0"/>
              <a:t> </a:t>
            </a:r>
            <a:r>
              <a:rPr lang="de-DE" dirty="0" err="1"/>
              <a:t>news</a:t>
            </a:r>
            <a:r>
              <a:rPr lang="de-DE" dirty="0"/>
              <a:t> </a:t>
            </a:r>
            <a:r>
              <a:rPr lang="de-DE" dirty="0" err="1"/>
              <a:t>shocks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significant</a:t>
            </a:r>
            <a:r>
              <a:rPr lang="de-DE" dirty="0"/>
              <a:t> </a:t>
            </a:r>
            <a:r>
              <a:rPr lang="de-DE" dirty="0" err="1"/>
              <a:t>price</a:t>
            </a:r>
            <a:r>
              <a:rPr lang="de-DE" dirty="0"/>
              <a:t> </a:t>
            </a:r>
            <a:r>
              <a:rPr lang="de-DE" dirty="0" err="1"/>
              <a:t>effects</a:t>
            </a:r>
            <a:r>
              <a:rPr lang="de-DE" dirty="0"/>
              <a:t>. </a:t>
            </a:r>
          </a:p>
          <a:p>
            <a:r>
              <a:rPr lang="de-DE" dirty="0" err="1"/>
              <a:t>Nazer</a:t>
            </a:r>
            <a:r>
              <a:rPr lang="de-DE" dirty="0"/>
              <a:t> &amp; </a:t>
            </a:r>
            <a:r>
              <a:rPr lang="de-DE" dirty="0" err="1"/>
              <a:t>Pescatori</a:t>
            </a:r>
            <a:r>
              <a:rPr lang="de-DE" dirty="0"/>
              <a:t> (2022): </a:t>
            </a:r>
            <a:r>
              <a:rPr lang="de-DE" dirty="0" err="1"/>
              <a:t>Finds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OPEC </a:t>
            </a:r>
            <a:r>
              <a:rPr lang="de-DE" dirty="0" err="1"/>
              <a:t>announcements</a:t>
            </a:r>
            <a:r>
              <a:rPr lang="de-DE" dirty="0"/>
              <a:t> </a:t>
            </a:r>
            <a:r>
              <a:rPr lang="de-DE" dirty="0" err="1"/>
              <a:t>affect</a:t>
            </a:r>
            <a:r>
              <a:rPr lang="de-DE" dirty="0"/>
              <a:t> </a:t>
            </a:r>
            <a:r>
              <a:rPr lang="de-DE" dirty="0" err="1"/>
              <a:t>oil</a:t>
            </a:r>
            <a:r>
              <a:rPr lang="de-DE" dirty="0"/>
              <a:t> </a:t>
            </a:r>
            <a:r>
              <a:rPr lang="de-DE" dirty="0" err="1"/>
              <a:t>price</a:t>
            </a:r>
            <a:r>
              <a:rPr lang="de-DE" dirty="0"/>
              <a:t> </a:t>
            </a:r>
            <a:r>
              <a:rPr lang="de-DE" dirty="0" err="1"/>
              <a:t>volatility</a:t>
            </a:r>
            <a:r>
              <a:rPr lang="de-DE" dirty="0"/>
              <a:t> and </a:t>
            </a:r>
            <a:r>
              <a:rPr lang="de-DE" dirty="0" err="1"/>
              <a:t>studies</a:t>
            </a:r>
            <a:r>
              <a:rPr lang="de-DE" dirty="0"/>
              <a:t> OPEC </a:t>
            </a:r>
            <a:r>
              <a:rPr lang="de-DE" dirty="0" err="1"/>
              <a:t>communication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analysis</a:t>
            </a:r>
            <a:r>
              <a:rPr lang="de-DE" dirty="0"/>
              <a:t>. </a:t>
            </a:r>
          </a:p>
          <a:p>
            <a:r>
              <a:rPr lang="de-DE" dirty="0"/>
              <a:t>Quint &amp; Venditti (2020): </a:t>
            </a:r>
            <a:r>
              <a:rPr lang="de-DE" dirty="0" err="1"/>
              <a:t>Evaluates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effectiveness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OPEC+ </a:t>
            </a:r>
            <a:r>
              <a:rPr lang="de-DE" dirty="0" err="1"/>
              <a:t>supply</a:t>
            </a:r>
            <a:r>
              <a:rPr lang="de-DE" dirty="0"/>
              <a:t> </a:t>
            </a:r>
            <a:r>
              <a:rPr lang="de-DE" dirty="0" err="1"/>
              <a:t>cuts</a:t>
            </a:r>
            <a:r>
              <a:rPr lang="de-DE" dirty="0"/>
              <a:t> on </a:t>
            </a:r>
            <a:r>
              <a:rPr lang="de-DE" dirty="0" err="1"/>
              <a:t>oil</a:t>
            </a:r>
            <a:r>
              <a:rPr lang="de-DE" dirty="0"/>
              <a:t> </a:t>
            </a:r>
            <a:r>
              <a:rPr lang="de-DE" dirty="0" err="1"/>
              <a:t>prices</a:t>
            </a:r>
            <a:r>
              <a:rPr lang="de-DE" dirty="0"/>
              <a:t> via </a:t>
            </a:r>
            <a:r>
              <a:rPr lang="de-DE" dirty="0" err="1"/>
              <a:t>structural</a:t>
            </a:r>
            <a:r>
              <a:rPr lang="de-DE" dirty="0"/>
              <a:t> </a:t>
            </a:r>
            <a:r>
              <a:rPr lang="de-DE" dirty="0" err="1"/>
              <a:t>counterfactual</a:t>
            </a:r>
            <a:r>
              <a:rPr lang="de-DE" dirty="0"/>
              <a:t> </a:t>
            </a:r>
            <a:r>
              <a:rPr lang="de-DE" dirty="0" err="1"/>
              <a:t>analysis</a:t>
            </a:r>
            <a:r>
              <a:rPr lang="de-DE" dirty="0"/>
              <a:t>.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1F1173D-E13C-9CCE-8B5D-7318C217C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AECBFDE-09E4-5E06-B49A-1357725D2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AT"/>
              <a:t>SEITE </a:t>
            </a:r>
            <a:fld id="{BE3DC40E-DBBE-4E2D-9EEC-FBF0DA0E9179}" type="slidenum">
              <a:rPr lang="de-AT" smtClean="0"/>
              <a:t>4</a:t>
            </a:fld>
            <a:endParaRPr lang="de-AT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A346AB9-AD16-FFD8-31D7-83F51AD2C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Models &amp; </a:t>
            </a:r>
            <a:r>
              <a:rPr lang="de-AT" dirty="0" err="1"/>
              <a:t>Related</a:t>
            </a:r>
            <a:r>
              <a:rPr lang="de-AT" dirty="0"/>
              <a:t> </a:t>
            </a:r>
            <a:r>
              <a:rPr lang="de-AT" dirty="0" err="1"/>
              <a:t>Literature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24656903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LANGUAGE" val="German Austria"/>
</p:tagLst>
</file>

<file path=ppt/theme/theme1.xml><?xml version="1.0" encoding="utf-8"?>
<a:theme xmlns:a="http://schemas.openxmlformats.org/drawingml/2006/main" name="WU 16:10">
  <a:themeElements>
    <a:clrScheme name="WU">
      <a:dk1>
        <a:srgbClr val="000000"/>
      </a:dk1>
      <a:lt1>
        <a:srgbClr val="FFFFFF"/>
      </a:lt1>
      <a:dk2>
        <a:srgbClr val="002350"/>
      </a:dk2>
      <a:lt2>
        <a:srgbClr val="E5F5FA"/>
      </a:lt2>
      <a:accent1>
        <a:srgbClr val="0096D3"/>
      </a:accent1>
      <a:accent2>
        <a:srgbClr val="002350"/>
      </a:accent2>
      <a:accent3>
        <a:srgbClr val="4B2582"/>
      </a:accent3>
      <a:accent4>
        <a:srgbClr val="457AA0"/>
      </a:accent4>
      <a:accent5>
        <a:srgbClr val="A592C0"/>
      </a:accent5>
      <a:accent6>
        <a:srgbClr val="80CFE9"/>
      </a:accent6>
      <a:hlink>
        <a:srgbClr val="405A7C"/>
      </a:hlink>
      <a:folHlink>
        <a:srgbClr val="0082AA"/>
      </a:folHlink>
    </a:clrScheme>
    <a:fontScheme name="WU neu">
      <a:majorFont>
        <a:latin typeface="Georgi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WU Farbschema neu">
        <a:dk1>
          <a:srgbClr val="000000"/>
        </a:dk1>
        <a:lt1>
          <a:sysClr val="window" lastClr="FFFFFF"/>
        </a:lt1>
        <a:dk2>
          <a:srgbClr val="002E60"/>
        </a:dk2>
        <a:lt2>
          <a:srgbClr val="E5F5FA"/>
        </a:lt2>
        <a:accent1>
          <a:srgbClr val="0096D3"/>
        </a:accent1>
        <a:accent2>
          <a:srgbClr val="002E60"/>
        </a:accent2>
        <a:accent3>
          <a:srgbClr val="532481"/>
        </a:accent3>
        <a:accent4>
          <a:srgbClr val="457AA0"/>
        </a:accent4>
        <a:accent5>
          <a:srgbClr val="A991C0"/>
        </a:accent5>
        <a:accent6>
          <a:srgbClr val="7FCAE9"/>
        </a:accent6>
        <a:hlink>
          <a:srgbClr val="406288"/>
        </a:hlink>
        <a:folHlink>
          <a:srgbClr val="008FA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WU Musterpräsentation 16x10.potx" id="{89FEFAF3-4721-453B-9DDB-5601F7C9FC5D}" vid="{640991EF-C554-4C4C-9E8E-1E5B46439C74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Kategorie xmlns="dde413db-0745-4f3a-8dca-564dc7ff6f7d">Präsentationen</Kategorie>
    <Beschreibung xmlns="dde413db-0745-4f3a-8dca-564dc7ff6f7d">Musterpräsentation im Format 16:10 (= WU Standard)</Beschreibung>
    <TaxCatchAll xmlns="08b0a3ee-3d2a-451c-9a1a-7e5d5b0c9c77">
      <Value>266</Value>
      <Value>403</Value>
    </TaxCatchAll>
    <DokumentenartTaxHTField0 xmlns="1a8d9a65-8471-4209-a900-f8e11db75e0a">
      <Terms xmlns="http://schemas.microsoft.com/office/infopath/2007/PartnerControls">
        <TermInfo xmlns="http://schemas.microsoft.com/office/infopath/2007/PartnerControls">
          <TermName xmlns="http://schemas.microsoft.com/office/infopath/2007/PartnerControls">Vorlagen</TermName>
          <TermId xmlns="http://schemas.microsoft.com/office/infopath/2007/PartnerControls">17fc50ed-8ad1-47be-ab12-04243fd74ddb</TermId>
        </TermInfo>
      </Terms>
    </DokumentenartTaxHTField0>
    <WU_x0020_ThemaTaxHTField0 xmlns="1a8d9a65-8471-4209-a900-f8e11db75e0a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Corporate Design</TermName>
          <TermId xmlns="http://schemas.microsoft.com/office/infopath/2007/PartnerControls">19895bcd-b158-45ae-ab7b-f5ca217dfcec</TermId>
        </TermInfo>
      </Terms>
    </WU_x0020_ThemaTaxHTField0>
    <Format xmlns="dde413db-0745-4f3a-8dca-564dc7ff6f7d">Microsoft Office 2013/2016</Format>
    <SharedWithUsers xmlns="08b0a3ee-3d2a-451c-9a1a-7e5d5b0c9c77">
      <UserInfo>
        <DisplayName>Hernandez Perez, Laura</DisplayName>
        <AccountId>6100</AccountId>
        <AccountType/>
      </UserInfo>
      <UserInfo>
        <DisplayName>Hermann, Anett</DisplayName>
        <AccountId>2869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CF651A35DF3154DB01328AF51148DAE" ma:contentTypeVersion="2" ma:contentTypeDescription="Ein neues Dokument erstellen." ma:contentTypeScope="" ma:versionID="b5ccb5bb211b6ddcc624790d84f2bb9f">
  <xsd:schema xmlns:xsd="http://www.w3.org/2001/XMLSchema" xmlns:xs="http://www.w3.org/2001/XMLSchema" xmlns:p="http://schemas.microsoft.com/office/2006/metadata/properties" xmlns:ns2="1a8d9a65-8471-4209-a900-f8e11db75e0a" xmlns:ns3="08b0a3ee-3d2a-451c-9a1a-7e5d5b0c9c77" xmlns:ns4="dde413db-0745-4f3a-8dca-564dc7ff6f7d" targetNamespace="http://schemas.microsoft.com/office/2006/metadata/properties" ma:root="true" ma:fieldsID="046596c9011a87760a505164f9d920d3" ns2:_="" ns3:_="" ns4:_="">
    <xsd:import namespace="1a8d9a65-8471-4209-a900-f8e11db75e0a"/>
    <xsd:import namespace="08b0a3ee-3d2a-451c-9a1a-7e5d5b0c9c77"/>
    <xsd:import namespace="dde413db-0745-4f3a-8dca-564dc7ff6f7d"/>
    <xsd:element name="properties">
      <xsd:complexType>
        <xsd:sequence>
          <xsd:element name="documentManagement">
            <xsd:complexType>
              <xsd:all>
                <xsd:element ref="ns2:WU_x0020_ThemaTaxHTField0" minOccurs="0"/>
                <xsd:element ref="ns3:TaxCatchAll" minOccurs="0"/>
                <xsd:element ref="ns2:DokumentenartTaxHTField0" minOccurs="0"/>
                <xsd:element ref="ns4:Beschreibung" minOccurs="0"/>
                <xsd:element ref="ns4:Format" minOccurs="0"/>
                <xsd:element ref="ns4:Kategori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8d9a65-8471-4209-a900-f8e11db75e0a" elementFormDefault="qualified">
    <xsd:import namespace="http://schemas.microsoft.com/office/2006/documentManagement/types"/>
    <xsd:import namespace="http://schemas.microsoft.com/office/infopath/2007/PartnerControls"/>
    <xsd:element name="WU_x0020_ThemaTaxHTField0" ma:index="9" nillable="true" ma:taxonomy="true" ma:internalName="WU_x0020_ThemaTaxHTField0" ma:taxonomyFieldName="WU_x0020_Thema" ma:displayName="Schlagwort" ma:default="" ma:fieldId="{a2eb3201-e251-4055-97e9-466604fc777f}" ma:taxonomyMulti="true" ma:sspId="59da4ae5-1217-4de6-bd64-b7a740f353bb" ma:termSetId="c1edca97-812b-4584-b6b5-1e5cade81cae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DokumentenartTaxHTField0" ma:index="12" nillable="true" ma:taxonomy="true" ma:internalName="DokumentenartTaxHTField0" ma:taxonomyFieldName="Dokumentenart" ma:displayName="Dokumentenart" ma:default="" ma:fieldId="{0f2e647f-32b7-4850-b6be-ae358ed71e70}" ma:taxonomyMulti="true" ma:sspId="59da4ae5-1217-4de6-bd64-b7a740f353bb" ma:termSetId="325756d7-e24e-4b6f-ba71-3f779d34c1ea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b0a3ee-3d2a-451c-9a1a-7e5d5b0c9c77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description="" ma:hidden="true" ma:list="{6a103bb8-3913-4e3b-a229-080a76572464}" ma:internalName="TaxCatchAll" ma:showField="CatchAllData" ma:web="08b0a3ee-3d2a-451c-9a1a-7e5d5b0c9c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Freigegeben für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e413db-0745-4f3a-8dca-564dc7ff6f7d" elementFormDefault="qualified">
    <xsd:import namespace="http://schemas.microsoft.com/office/2006/documentManagement/types"/>
    <xsd:import namespace="http://schemas.microsoft.com/office/infopath/2007/PartnerControls"/>
    <xsd:element name="Beschreibung" ma:index="13" nillable="true" ma:displayName="Beschreibung" ma:internalName="Beschreibung">
      <xsd:simpleType>
        <xsd:restriction base="dms:Note">
          <xsd:maxLength value="255"/>
        </xsd:restriction>
      </xsd:simpleType>
    </xsd:element>
    <xsd:element name="Format" ma:index="14" nillable="true" ma:displayName="Format" ma:format="Dropdown" ma:internalName="Format">
      <xsd:simpleType>
        <xsd:union memberTypes="dms:Text">
          <xsd:simpleType>
            <xsd:restriction base="dms:Choice">
              <xsd:enumeration value="LaTeX"/>
              <xsd:enumeration value="Microsoft Office 2003"/>
              <xsd:enumeration value="Microsoft Office 2007-2013"/>
              <xsd:enumeration value="Microsoft Office 2013/2016"/>
              <xsd:enumeration value="OpenOffice 3.0"/>
            </xsd:restriction>
          </xsd:simpleType>
        </xsd:union>
      </xsd:simpleType>
    </xsd:element>
    <xsd:element name="Kategorie" ma:index="15" nillable="true" ma:displayName="Kategorie" ma:default="Anleitungen" ma:format="Dropdown" ma:internalName="Kategorie">
      <xsd:simpleType>
        <xsd:union memberTypes="dms:Text">
          <xsd:simpleType>
            <xsd:restriction base="dms:Choice">
              <xsd:enumeration value="Anleitungen"/>
              <xsd:enumeration value="Aushänge für Lift und Tür"/>
              <xsd:enumeration value="Basisvorlagen"/>
              <xsd:enumeration value="Brief-/Faxvorlagen"/>
              <xsd:enumeration value="Einladungen"/>
              <xsd:enumeration value="Etiketten"/>
              <xsd:enumeration value="Musterdateien"/>
              <xsd:enumeration value="Namensschilder"/>
              <xsd:enumeration value="Präsentationen"/>
              <xsd:enumeration value="Skripten-Cover"/>
            </xsd:restriction>
          </xsd:simpleType>
        </xsd:un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58DFAF-C9AD-4CE5-A221-45D64FB05328}">
  <ds:schemaRefs>
    <ds:schemaRef ds:uri="http://schemas.microsoft.com/office/2006/metadata/properties"/>
    <ds:schemaRef ds:uri="http://schemas.microsoft.com/office/infopath/2007/PartnerControls"/>
    <ds:schemaRef ds:uri="dde413db-0745-4f3a-8dca-564dc7ff6f7d"/>
    <ds:schemaRef ds:uri="08b0a3ee-3d2a-451c-9a1a-7e5d5b0c9c77"/>
    <ds:schemaRef ds:uri="1a8d9a65-8471-4209-a900-f8e11db75e0a"/>
  </ds:schemaRefs>
</ds:datastoreItem>
</file>

<file path=customXml/itemProps2.xml><?xml version="1.0" encoding="utf-8"?>
<ds:datastoreItem xmlns:ds="http://schemas.openxmlformats.org/officeDocument/2006/customXml" ds:itemID="{9346B3ED-06B1-4DE8-9648-0F78B5B453B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69B4889-3CCA-46C6-8FD4-B0AB941A4B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8d9a65-8471-4209-a900-f8e11db75e0a"/>
    <ds:schemaRef ds:uri="08b0a3ee-3d2a-451c-9a1a-7e5d5b0c9c77"/>
    <ds:schemaRef ds:uri="dde413db-0745-4f3a-8dca-564dc7ff6f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WU Musterpräsentation 16x10</Template>
  <TotalTime>206</TotalTime>
  <Words>248</Words>
  <Application>Microsoft Macintosh PowerPoint</Application>
  <PresentationFormat>On-screen Show (16:10)</PresentationFormat>
  <Paragraphs>47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Georgia</vt:lpstr>
      <vt:lpstr>Verdana</vt:lpstr>
      <vt:lpstr>Wingdings</vt:lpstr>
      <vt:lpstr>WU 16:10</vt:lpstr>
      <vt:lpstr>Explaining and Predicting Oil Prices Using OPEC Communication</vt:lpstr>
      <vt:lpstr>Research Question &amp; Basic Idea</vt:lpstr>
      <vt:lpstr>Data &amp; Corpus</vt:lpstr>
      <vt:lpstr>Models &amp; Related Literature</vt:lpstr>
    </vt:vector>
  </TitlesOfParts>
  <Company>Vienna University of Economics and Business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Präsentationsvorlage</dc:title>
  <dc:creator>Matejka, Gabriel</dc:creator>
  <cp:lastModifiedBy>Krisztina Gyarmati</cp:lastModifiedBy>
  <cp:revision>4</cp:revision>
  <dcterms:created xsi:type="dcterms:W3CDTF">2024-03-18T10:24:09Z</dcterms:created>
  <dcterms:modified xsi:type="dcterms:W3CDTF">2025-12-17T20:31:14Z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WU Thema">
    <vt:lpwstr>403;#Corporate Design|19895bcd-b158-45ae-ab7b-f5ca217dfcec</vt:lpwstr>
  </property>
  <property fmtid="{D5CDD505-2E9C-101B-9397-08002B2CF9AE}" pid="3" name="Dokumentenart">
    <vt:lpwstr>266;#Vorlagen|17fc50ed-8ad1-47be-ab12-04243fd74ddb</vt:lpwstr>
  </property>
  <property fmtid="{D5CDD505-2E9C-101B-9397-08002B2CF9AE}" pid="4" name="ContentTypeId">
    <vt:lpwstr>0x010100BCF651A35DF3154DB01328AF51148DAE</vt:lpwstr>
  </property>
</Properties>
</file>